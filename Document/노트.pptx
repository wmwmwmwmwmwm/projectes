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0" r:id="rId3"/>
    <p:sldId id="278" r:id="rId4"/>
    <p:sldId id="277" r:id="rId5"/>
    <p:sldId id="282" r:id="rId6"/>
    <p:sldId id="275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64381-7EFC-9D4A-46E5-184644F53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999A6-0C69-BA17-63B8-3BBE3D437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4FC27A-C86C-282F-043E-AB974DAAC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A39FFE-7815-B252-B585-FF1FD6D3C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479281-9254-ABDB-3E2C-B48752EDA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916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EC7D2-ADF7-78BF-C8D9-9F90421E7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E52E9A-6176-7EB1-F70C-E0F9463CD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104A4E-A134-AE8F-9964-427F2811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E7252-A1FA-0571-1C72-50028391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265EEA-D3EE-0256-7FDF-17DCB93B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23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42341-7641-7794-55FA-C7A071EDF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A1823D-AC44-04D3-E653-7DB8AADB8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C10E35-F9BE-C17F-DE9C-D4F45721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15B964-5F7D-D0A1-5438-29558A521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8B93AA-8EC6-D182-9E3E-8BE54196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164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A676D8-3A04-7B26-6C0D-6ABE1CB2F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B2723D-3E08-BD88-3EBA-B68DA762D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CB835E-731D-1BCE-556F-31627AC23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F7D172-7B73-7E28-E6A3-F009D38D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7EB201-5AE3-6F70-64A5-632186A03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BAA298-1873-B955-DEB9-B693E3690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55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C4EFC-10C3-B037-B523-002D77D18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11F408-C00A-EAB8-A26C-C142971A5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67E50E-D586-22AA-FE90-89F14D02F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B77167-7789-0BCF-35AB-6AEEDD087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9EB15F-1C3B-4EBB-8BDE-5FDF154F5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DA9065-C571-A746-553F-6D64E4AF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FB51B4-3968-782A-CA23-9CB6997C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912603-9299-F2D4-4A24-2A40FE68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866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495C6-1881-6053-85FC-7E3698232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A9FB50-CE8E-C7C4-56F1-48363FA2A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F99D57-DC70-A46A-F414-9BF208733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77CC9A-C92B-A472-DF76-5110C17E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754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CFA7EDF-BF5C-3315-771A-A68EF01D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2AB7DF-C5B2-2ADF-D737-07AA1B0B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DC431F-BCE0-82FA-7668-48690D39E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183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754B2-53D6-8429-B9CA-B432AC8A4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D8552-2D5D-F76D-85BE-2BB05B225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662A6-D1C3-676A-A3C7-728A5E63F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009D53-FE68-8553-7424-0C283216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65BD23-77EE-DA84-82D7-9A191AB20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AB2196-8A61-8DCD-3E8B-1187F3F7F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322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5DFA0-AF61-BB9F-A54F-AC696AF8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D7A5D7-2DD9-3858-1EAB-F8E55FF02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2B5B0B-2033-156C-7298-3CA910912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B2D7DA-41D9-ADBF-7958-1FEB7101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5AC248-B1E7-87DF-687F-5B0D79C97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EDDDF0-DB2E-B269-FAC7-7884EE8BF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54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800E09-55E6-BA6E-7CBF-E46F0FE5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13950E-7EBB-BC14-CD47-EE529A9BA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330BB6-167E-0CD9-5ABB-52DEDB14C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415C18-48BC-4628-EFBC-412BF17EC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035766-FE9A-E832-5356-FDE66914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647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A5A588-2483-0F83-D899-940E0801F9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77138F-A241-7B83-4E38-F9C58941E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EF0218-6CA0-B22A-D987-6DB33D3C8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A283D9-9100-1270-7D0F-F7FD9386B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233C5-56B2-19CA-36A3-A2C04486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267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4899AB1-7FE9-D1DE-D3E3-E96E3A40B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B6E7E0-9AEC-5DFB-7EAC-76E6A0D46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3A75E-1772-3D89-8E2F-F43729DAD5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3704A7-0DB5-6B0A-4C01-2E3EB9CDB4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D475EE-9E08-55BA-2F75-38AE03230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887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CA731-0F3A-EF58-7C50-9FD999A09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CF6F2D5-479E-C80B-829B-FFE085BE9AC8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개요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A98DE0-E222-A024-09B3-16F531F36E7D}"/>
              </a:ext>
            </a:extLst>
          </p:cNvPr>
          <p:cNvSpPr txBox="1"/>
          <p:nvPr/>
        </p:nvSpPr>
        <p:spPr>
          <a:xfrm>
            <a:off x="551088" y="981323"/>
            <a:ext cx="11221811" cy="5042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그래픽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- 3D </a:t>
            </a:r>
            <a:r>
              <a:rPr lang="ko-KR" altLang="en-US" sz="1200" dirty="0"/>
              <a:t>모델만 사용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- </a:t>
            </a:r>
            <a:r>
              <a:rPr lang="ko-KR" altLang="en-US" sz="1200" dirty="0"/>
              <a:t>스타일 레퍼런스 </a:t>
            </a:r>
            <a:r>
              <a:rPr lang="en-US" altLang="ko-KR" sz="1200" dirty="0"/>
              <a:t>: </a:t>
            </a:r>
            <a:r>
              <a:rPr lang="ko-KR" altLang="en-US" sz="1200" dirty="0"/>
              <a:t>이스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- </a:t>
            </a:r>
            <a:r>
              <a:rPr lang="ko-KR" altLang="en-US" sz="1200" dirty="0"/>
              <a:t>대화는 전면 캐릭터 노출방식 </a:t>
            </a:r>
            <a:r>
              <a:rPr lang="en-US" altLang="ko-KR" sz="1200" dirty="0"/>
              <a:t>(</a:t>
            </a:r>
            <a:r>
              <a:rPr lang="ko-KR" altLang="en-US" sz="1200" dirty="0"/>
              <a:t>비주얼 노벨</a:t>
            </a:r>
            <a:r>
              <a:rPr lang="en-US" altLang="ko-KR" sz="12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- </a:t>
            </a:r>
            <a:r>
              <a:rPr lang="ko-KR" altLang="en-US" sz="1200" dirty="0"/>
              <a:t>캐릭터 애니메이션은 </a:t>
            </a:r>
            <a:r>
              <a:rPr lang="en-US" altLang="ko-KR" sz="1200" dirty="0"/>
              <a:t>AI </a:t>
            </a:r>
            <a:r>
              <a:rPr lang="ko-KR" altLang="en-US" sz="1200" dirty="0"/>
              <a:t>적극 사용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플레이타임 </a:t>
            </a:r>
            <a:r>
              <a:rPr lang="en-US" altLang="ko-KR" sz="1200" dirty="0"/>
              <a:t>: &lt;30</a:t>
            </a:r>
            <a:r>
              <a:rPr lang="ko-KR" altLang="en-US" sz="1200" dirty="0"/>
              <a:t>분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스토리 레퍼런스 </a:t>
            </a:r>
            <a:r>
              <a:rPr lang="en-US" altLang="ko-KR" sz="1200" dirty="0"/>
              <a:t>: XIII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스크립트 레퍼런스 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란스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시작 스테이지 배경 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눈맵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 err="1"/>
              <a:t>무브셋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방어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 err="1"/>
              <a:t>일반기</a:t>
            </a:r>
            <a:r>
              <a:rPr lang="ko-KR" altLang="en-US" sz="1200" dirty="0"/>
              <a:t> </a:t>
            </a:r>
            <a:r>
              <a:rPr lang="en-US" altLang="ko-KR" sz="1200" dirty="0"/>
              <a:t>- </a:t>
            </a:r>
            <a:r>
              <a:rPr lang="ko-KR" altLang="en-US" sz="1200" dirty="0" err="1"/>
              <a:t>왼클릭</a:t>
            </a:r>
            <a:r>
              <a:rPr lang="ko-KR" altLang="en-US" sz="1200" dirty="0"/>
              <a:t> </a:t>
            </a:r>
            <a:r>
              <a:rPr lang="en-US" altLang="ko-KR" sz="1200" dirty="0"/>
              <a:t>/ </a:t>
            </a:r>
            <a:r>
              <a:rPr lang="ko-KR" altLang="en-US" sz="1200" dirty="0"/>
              <a:t>점프 </a:t>
            </a:r>
            <a:r>
              <a:rPr lang="ko-KR" altLang="en-US" sz="1200" dirty="0" err="1"/>
              <a:t>왼클릭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특수기 </a:t>
            </a:r>
            <a:r>
              <a:rPr lang="en-US" altLang="ko-KR" sz="1200" dirty="0"/>
              <a:t>- </a:t>
            </a:r>
            <a:r>
              <a:rPr lang="ko-KR" altLang="en-US" sz="1200" dirty="0" err="1"/>
              <a:t>대쉬공격</a:t>
            </a:r>
            <a:r>
              <a:rPr lang="ko-KR" altLang="en-US" sz="1200" dirty="0"/>
              <a:t> </a:t>
            </a:r>
            <a:r>
              <a:rPr lang="en-US" altLang="ko-KR" sz="1200" dirty="0"/>
              <a:t>/ </a:t>
            </a:r>
            <a:r>
              <a:rPr lang="ko-KR" altLang="en-US" sz="1200" dirty="0" err="1"/>
              <a:t>우클릭</a:t>
            </a:r>
            <a:r>
              <a:rPr lang="ko-KR" altLang="en-US" sz="1200" dirty="0"/>
              <a:t> </a:t>
            </a:r>
            <a:r>
              <a:rPr lang="en-US" altLang="ko-KR" sz="1200" dirty="0"/>
              <a:t>/ </a:t>
            </a:r>
            <a:r>
              <a:rPr lang="ko-KR" altLang="en-US" sz="1200" dirty="0"/>
              <a:t>점프 </a:t>
            </a:r>
            <a:r>
              <a:rPr lang="ko-KR" altLang="en-US" sz="1200" dirty="0" err="1"/>
              <a:t>우클릭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 err="1"/>
              <a:t>필살기</a:t>
            </a:r>
            <a:r>
              <a:rPr lang="ko-KR" altLang="en-US" sz="1200" dirty="0"/>
              <a:t> </a:t>
            </a:r>
            <a:r>
              <a:rPr lang="en-US" altLang="ko-KR" sz="1200" dirty="0"/>
              <a:t>- Q / E / R</a:t>
            </a: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4035035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A6A7A-0E65-1D43-758E-5104E9DAB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95211C8-7431-E656-58BD-051B856D231D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전투 요점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93A910-96B0-E5FF-9B6B-DD58CBDEE6F0}"/>
              </a:ext>
            </a:extLst>
          </p:cNvPr>
          <p:cNvSpPr txBox="1"/>
          <p:nvPr/>
        </p:nvSpPr>
        <p:spPr>
          <a:xfrm>
            <a:off x="551088" y="981323"/>
            <a:ext cx="11221811" cy="5544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1. </a:t>
            </a:r>
            <a:r>
              <a:rPr lang="ko-KR" altLang="en-US" sz="1400" dirty="0"/>
              <a:t>접근하기 어렵게 한다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플레이어 원거리 </a:t>
            </a:r>
            <a:r>
              <a:rPr lang="ko-KR" altLang="en-US" sz="1400" dirty="0" err="1"/>
              <a:t>피격시</a:t>
            </a:r>
            <a:r>
              <a:rPr lang="ko-KR" altLang="en-US" sz="1400" dirty="0"/>
              <a:t> 아주 짧은 시간동안 이동속도 감소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2. </a:t>
            </a:r>
            <a:r>
              <a:rPr lang="ko-KR" altLang="en-US" sz="1400" dirty="0"/>
              <a:t>둘러싸이면 위험하게 한다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적은 공격시간 시작에 타격판정을 가진다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-&gt; </a:t>
            </a:r>
            <a:r>
              <a:rPr lang="ko-KR" altLang="en-US" sz="1400" dirty="0"/>
              <a:t>플레이어가 공격도중 </a:t>
            </a:r>
            <a:r>
              <a:rPr lang="ko-KR" altLang="en-US" sz="1400" dirty="0" err="1"/>
              <a:t>치고빠질</a:t>
            </a:r>
            <a:r>
              <a:rPr lang="ko-KR" altLang="en-US" sz="1400" dirty="0"/>
              <a:t> 수 없게 함</a:t>
            </a:r>
            <a:r>
              <a:rPr lang="en-US" altLang="ko-KR" sz="1400" dirty="0"/>
              <a:t> (</a:t>
            </a:r>
            <a:r>
              <a:rPr lang="ko-KR" altLang="en-US" sz="1400" dirty="0"/>
              <a:t>플레이어 </a:t>
            </a:r>
            <a:r>
              <a:rPr lang="ko-KR" altLang="en-US" sz="1400" dirty="0" err="1"/>
              <a:t>피격시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경직모션</a:t>
            </a:r>
            <a:r>
              <a:rPr lang="en-US" altLang="ko-KR" sz="1400" dirty="0"/>
              <a:t>, </a:t>
            </a:r>
            <a:r>
              <a:rPr lang="ko-KR" altLang="en-US" sz="1400" dirty="0"/>
              <a:t>속도 </a:t>
            </a:r>
            <a:r>
              <a:rPr lang="en-US" altLang="ko-KR" sz="1400" dirty="0"/>
              <a:t>0</a:t>
            </a:r>
            <a:r>
              <a:rPr lang="ko-KR" altLang="en-US" sz="1400" dirty="0"/>
              <a:t>으로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3. </a:t>
            </a:r>
            <a:r>
              <a:rPr lang="ko-KR" altLang="en-US" sz="1400" dirty="0"/>
              <a:t>적들이 많이 나오는 레벨보다는 숫자는 적게</a:t>
            </a:r>
            <a:r>
              <a:rPr lang="en-US" altLang="ko-KR" sz="1400" dirty="0"/>
              <a:t>, </a:t>
            </a:r>
            <a:r>
              <a:rPr lang="ko-KR" altLang="en-US" sz="1400" dirty="0"/>
              <a:t>오브젝트 </a:t>
            </a:r>
            <a:r>
              <a:rPr lang="en-US" altLang="ko-KR" sz="1400" dirty="0"/>
              <a:t>(</a:t>
            </a:r>
            <a:r>
              <a:rPr lang="ko-KR" altLang="en-US" sz="1400" dirty="0"/>
              <a:t>투사체</a:t>
            </a:r>
            <a:r>
              <a:rPr lang="en-US" altLang="ko-KR" sz="1400" dirty="0"/>
              <a:t>, </a:t>
            </a:r>
            <a:r>
              <a:rPr lang="ko-KR" altLang="en-US" sz="1400" dirty="0"/>
              <a:t>장애물</a:t>
            </a:r>
            <a:r>
              <a:rPr lang="en-US" altLang="ko-KR" sz="1400" dirty="0"/>
              <a:t>, </a:t>
            </a:r>
            <a:r>
              <a:rPr lang="ko-KR" altLang="en-US" sz="1400" dirty="0"/>
              <a:t>유지시간 있는 </a:t>
            </a:r>
            <a:r>
              <a:rPr lang="ko-KR" altLang="en-US" sz="1400" dirty="0" err="1"/>
              <a:t>소환물</a:t>
            </a:r>
            <a:r>
              <a:rPr lang="en-US" altLang="ko-KR" sz="1400" dirty="0"/>
              <a:t>)</a:t>
            </a:r>
            <a:r>
              <a:rPr lang="ko-KR" altLang="en-US" sz="1400" dirty="0"/>
              <a:t>을 많게 한다</a:t>
            </a:r>
            <a:r>
              <a:rPr lang="en-US" altLang="ko-KR" sz="1400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ex) </a:t>
            </a:r>
            <a:r>
              <a:rPr lang="ko-KR" altLang="en-US" sz="1400" dirty="0"/>
              <a:t>탄막게임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4. </a:t>
            </a:r>
            <a:r>
              <a:rPr lang="ko-KR" altLang="en-US" sz="1400" dirty="0"/>
              <a:t>유저가 세이브를 하지 않을 때 낭비할 수 있는 시간은 </a:t>
            </a:r>
            <a:r>
              <a:rPr lang="en-US" altLang="ko-KR" sz="1400" dirty="0"/>
              <a:t>10</a:t>
            </a:r>
            <a:r>
              <a:rPr lang="ko-KR" altLang="en-US" sz="1400" dirty="0"/>
              <a:t>분까지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- </a:t>
            </a:r>
            <a:r>
              <a:rPr lang="ko-KR" altLang="en-US" sz="1400" dirty="0"/>
              <a:t>중간중간 세이브포인트를 전투시간 </a:t>
            </a:r>
            <a:r>
              <a:rPr lang="en-US" altLang="ko-KR" sz="1400" dirty="0"/>
              <a:t>10</a:t>
            </a:r>
            <a:r>
              <a:rPr lang="ko-KR" altLang="en-US" sz="1400" dirty="0"/>
              <a:t>분마다 배치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5. </a:t>
            </a:r>
            <a:r>
              <a:rPr lang="ko-KR" altLang="en-US" sz="1400" dirty="0"/>
              <a:t>공격타입은 근접</a:t>
            </a:r>
            <a:r>
              <a:rPr lang="en-US" altLang="ko-KR" sz="1400" dirty="0"/>
              <a:t>, </a:t>
            </a:r>
            <a:r>
              <a:rPr lang="ko-KR" altLang="en-US" sz="1400" dirty="0"/>
              <a:t>원거리 </a:t>
            </a:r>
            <a:r>
              <a:rPr lang="en-US" altLang="ko-KR" sz="1400" dirty="0"/>
              <a:t>/ </a:t>
            </a:r>
            <a:r>
              <a:rPr lang="ko-KR" altLang="en-US" sz="1400" dirty="0"/>
              <a:t>단일</a:t>
            </a:r>
            <a:r>
              <a:rPr lang="en-US" altLang="ko-KR" sz="1400" dirty="0"/>
              <a:t>, </a:t>
            </a:r>
            <a:r>
              <a:rPr lang="ko-KR" altLang="en-US" sz="1400" dirty="0"/>
              <a:t>범위 속성을 가진다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6. </a:t>
            </a:r>
            <a:r>
              <a:rPr lang="ko-KR" altLang="en-US" sz="1400" dirty="0"/>
              <a:t>기술 종류</a:t>
            </a:r>
            <a:r>
              <a:rPr lang="en-US" altLang="ko-KR" sz="1400" dirty="0"/>
              <a:t> : </a:t>
            </a:r>
            <a:r>
              <a:rPr lang="ko-KR" altLang="en-US" sz="1400" dirty="0" err="1"/>
              <a:t>왼클릭</a:t>
            </a:r>
            <a:r>
              <a:rPr lang="en-US" altLang="ko-KR" sz="1400" dirty="0"/>
              <a:t> / </a:t>
            </a:r>
            <a:r>
              <a:rPr lang="ko-KR" altLang="en-US" sz="1400" dirty="0" err="1"/>
              <a:t>전방대쉬</a:t>
            </a:r>
            <a:r>
              <a:rPr lang="ko-KR" altLang="en-US" sz="1400" dirty="0"/>
              <a:t> </a:t>
            </a:r>
            <a:r>
              <a:rPr lang="en-US" altLang="ko-KR" sz="1400" dirty="0"/>
              <a:t>/ </a:t>
            </a:r>
            <a:r>
              <a:rPr lang="ko-KR" altLang="en-US" sz="1400" dirty="0" err="1"/>
              <a:t>사이드대쉬</a:t>
            </a:r>
            <a:r>
              <a:rPr lang="ko-KR" altLang="en-US" sz="1400" dirty="0"/>
              <a:t> </a:t>
            </a:r>
            <a:r>
              <a:rPr lang="en-US" altLang="ko-KR" sz="1400" dirty="0"/>
              <a:t>/ </a:t>
            </a:r>
            <a:r>
              <a:rPr lang="ko-KR" altLang="en-US" sz="1400" dirty="0" err="1"/>
              <a:t>후방대쉬</a:t>
            </a:r>
            <a:r>
              <a:rPr lang="ko-KR" altLang="en-US" sz="1400" dirty="0"/>
              <a:t> </a:t>
            </a:r>
            <a:r>
              <a:rPr lang="en-US" altLang="ko-KR" sz="1400" dirty="0"/>
              <a:t>/ </a:t>
            </a:r>
            <a:r>
              <a:rPr lang="ko-KR" altLang="en-US" sz="1400" dirty="0" err="1"/>
              <a:t>우클릭</a:t>
            </a:r>
            <a:r>
              <a:rPr lang="ko-KR" altLang="en-US" sz="1400" dirty="0"/>
              <a:t> </a:t>
            </a:r>
            <a:r>
              <a:rPr lang="en-US" altLang="ko-KR" sz="1400" dirty="0"/>
              <a:t>/ </a:t>
            </a:r>
            <a:r>
              <a:rPr lang="ko-KR" altLang="en-US" sz="1400" dirty="0"/>
              <a:t>점프 </a:t>
            </a:r>
            <a:r>
              <a:rPr lang="ko-KR" altLang="en-US" sz="1400" dirty="0" err="1"/>
              <a:t>왼클릭</a:t>
            </a:r>
            <a:r>
              <a:rPr lang="ko-KR" altLang="en-US" sz="1400" dirty="0"/>
              <a:t> </a:t>
            </a:r>
            <a:r>
              <a:rPr lang="en-US" altLang="ko-KR" sz="1400" dirty="0"/>
              <a:t>/ </a:t>
            </a:r>
            <a:r>
              <a:rPr lang="ko-KR" altLang="en-US" sz="1400" dirty="0"/>
              <a:t>점프 </a:t>
            </a:r>
            <a:r>
              <a:rPr lang="ko-KR" altLang="en-US" sz="1400" dirty="0" err="1"/>
              <a:t>우클릭</a:t>
            </a:r>
            <a:r>
              <a:rPr lang="ko-KR" altLang="en-US" sz="1400" dirty="0"/>
              <a:t> </a:t>
            </a:r>
            <a:r>
              <a:rPr lang="en-US" altLang="ko-KR" sz="1400" dirty="0"/>
              <a:t>/ Q / E / R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975117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6F881-DA21-29D3-14BD-428953B33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E1E1A19-8040-073D-C59F-024901350B5F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전투 컨셉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410EAC-C772-EC81-D5AB-CBDF423A1D3D}"/>
              </a:ext>
            </a:extLst>
          </p:cNvPr>
          <p:cNvSpPr txBox="1"/>
          <p:nvPr/>
        </p:nvSpPr>
        <p:spPr>
          <a:xfrm>
            <a:off x="551088" y="981323"/>
            <a:ext cx="11221811" cy="360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캔슬가능 루트 </a:t>
            </a:r>
            <a:r>
              <a:rPr lang="en-US" altLang="ko-KR" sz="1400" dirty="0"/>
              <a:t>: </a:t>
            </a:r>
            <a:r>
              <a:rPr lang="ko-KR" altLang="en-US" sz="1400" dirty="0"/>
              <a:t>기본기 </a:t>
            </a:r>
            <a:r>
              <a:rPr lang="en-US" altLang="ko-KR" sz="1400" dirty="0"/>
              <a:t>- </a:t>
            </a:r>
            <a:r>
              <a:rPr lang="ko-KR" altLang="en-US" sz="1400" dirty="0"/>
              <a:t>특수기 </a:t>
            </a:r>
            <a:r>
              <a:rPr lang="en-US" altLang="ko-KR" sz="1400" dirty="0"/>
              <a:t>/ </a:t>
            </a:r>
            <a:r>
              <a:rPr lang="ko-KR" altLang="en-US" sz="1400" dirty="0"/>
              <a:t>기본기 </a:t>
            </a:r>
            <a:r>
              <a:rPr lang="en-US" altLang="ko-KR" sz="1400" dirty="0"/>
              <a:t>- </a:t>
            </a:r>
            <a:r>
              <a:rPr lang="ko-KR" altLang="en-US" sz="1400" dirty="0"/>
              <a:t>방어 </a:t>
            </a:r>
            <a:r>
              <a:rPr lang="en-US" altLang="ko-KR" sz="1400" dirty="0"/>
              <a:t>/ </a:t>
            </a:r>
            <a:r>
              <a:rPr lang="ko-KR" altLang="en-US" sz="1400" dirty="0"/>
              <a:t>특수기 </a:t>
            </a:r>
            <a:r>
              <a:rPr lang="en-US" altLang="ko-KR" sz="1400" dirty="0"/>
              <a:t>- </a:t>
            </a:r>
            <a:r>
              <a:rPr lang="ko-KR" altLang="en-US" sz="1400" dirty="0" err="1"/>
              <a:t>필살기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타격 </a:t>
            </a:r>
            <a:r>
              <a:rPr lang="ko-KR" altLang="en-US" sz="1400" dirty="0" err="1"/>
              <a:t>성공시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레벨은 </a:t>
            </a:r>
            <a:r>
              <a:rPr lang="en-US" altLang="ko-KR" sz="1400" dirty="0"/>
              <a:t>Y</a:t>
            </a:r>
            <a:r>
              <a:rPr lang="ko-KR" altLang="en-US" sz="1400" dirty="0"/>
              <a:t>축을 적극이용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월드맵</a:t>
            </a:r>
            <a:r>
              <a:rPr lang="ko-KR" altLang="en-US" sz="1400" dirty="0"/>
              <a:t> 이동은 </a:t>
            </a:r>
            <a:r>
              <a:rPr lang="ko-KR" altLang="en-US" sz="1400" dirty="0" err="1"/>
              <a:t>마리오</a:t>
            </a:r>
            <a:r>
              <a:rPr lang="en-US" altLang="ko-KR" sz="1400" dirty="0"/>
              <a:t>RPG</a:t>
            </a:r>
            <a:r>
              <a:rPr lang="ko-KR" altLang="en-US" sz="1400" dirty="0"/>
              <a:t>처럼 </a:t>
            </a:r>
            <a:r>
              <a:rPr lang="ko-KR" altLang="en-US" sz="1400" dirty="0" err="1"/>
              <a:t>미니맵식</a:t>
            </a:r>
            <a:endParaRPr lang="ko-KR" altLang="en-US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저스트가드</a:t>
            </a:r>
            <a:r>
              <a:rPr lang="ko-KR" altLang="en-US" sz="1400" dirty="0"/>
              <a:t> 메리트가 있어야 함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방어 </a:t>
            </a:r>
            <a:r>
              <a:rPr lang="ko-KR" altLang="en-US" sz="1400" dirty="0" err="1"/>
              <a:t>성공시</a:t>
            </a:r>
            <a:r>
              <a:rPr lang="ko-KR" altLang="en-US" sz="1400" dirty="0"/>
              <a:t> 이동속도가 느려져야 한다</a:t>
            </a:r>
            <a:r>
              <a:rPr lang="en-US" altLang="ko-KR" sz="1400" dirty="0"/>
              <a:t>. </a:t>
            </a:r>
            <a:r>
              <a:rPr lang="ko-KR" altLang="en-US" sz="1400" dirty="0"/>
              <a:t>강한공격은 더 느리게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근접공격끼리는</a:t>
            </a:r>
            <a:r>
              <a:rPr lang="ko-KR" altLang="en-US" sz="1400" dirty="0"/>
              <a:t> 경직으로 밸런스조정 역경직도 </a:t>
            </a:r>
            <a:r>
              <a:rPr lang="ko-KR" altLang="en-US" sz="1400" dirty="0" err="1"/>
              <a:t>넣어야함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ko-KR" altLang="en-US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근접공격끼리 동시히트 </a:t>
            </a:r>
            <a:r>
              <a:rPr lang="en-US" altLang="ko-KR" sz="1400" dirty="0"/>
              <a:t>: </a:t>
            </a:r>
            <a:r>
              <a:rPr lang="ko-KR" altLang="en-US" sz="1400" dirty="0"/>
              <a:t>일반공격은 경직 짧음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후딜</a:t>
            </a:r>
            <a:r>
              <a:rPr lang="ko-KR" altLang="en-US" sz="1400" dirty="0"/>
              <a:t> 적음</a:t>
            </a:r>
            <a:r>
              <a:rPr lang="en-US" altLang="ko-KR" sz="1400" dirty="0"/>
              <a:t> / </a:t>
            </a:r>
            <a:r>
              <a:rPr lang="ko-KR" altLang="en-US" sz="1400" dirty="0"/>
              <a:t>강한공격은 경직 김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후딜</a:t>
            </a:r>
            <a:r>
              <a:rPr lang="ko-KR" altLang="en-US" sz="1400" dirty="0"/>
              <a:t> 김 </a:t>
            </a:r>
            <a:r>
              <a:rPr lang="en-US" altLang="ko-KR" sz="1400" dirty="0"/>
              <a:t>- </a:t>
            </a:r>
            <a:r>
              <a:rPr lang="ko-KR" altLang="en-US" sz="1400" dirty="0"/>
              <a:t>강한공격이 후경직으로 </a:t>
            </a:r>
            <a:r>
              <a:rPr lang="ko-KR" altLang="en-US" sz="1400" dirty="0" err="1"/>
              <a:t>추가타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방어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772AF61-BA30-C950-A28C-E20A4031D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806895"/>
              </p:ext>
            </p:extLst>
          </p:nvPr>
        </p:nvGraphicFramePr>
        <p:xfrm>
          <a:off x="551088" y="4760988"/>
          <a:ext cx="7377340" cy="1019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468">
                  <a:extLst>
                    <a:ext uri="{9D8B030D-6E8A-4147-A177-3AD203B41FA5}">
                      <a16:colId xmlns:a16="http://schemas.microsoft.com/office/drawing/2014/main" val="592666811"/>
                    </a:ext>
                  </a:extLst>
                </a:gridCol>
                <a:gridCol w="1475468">
                  <a:extLst>
                    <a:ext uri="{9D8B030D-6E8A-4147-A177-3AD203B41FA5}">
                      <a16:colId xmlns:a16="http://schemas.microsoft.com/office/drawing/2014/main" val="4031063228"/>
                    </a:ext>
                  </a:extLst>
                </a:gridCol>
                <a:gridCol w="1475468">
                  <a:extLst>
                    <a:ext uri="{9D8B030D-6E8A-4147-A177-3AD203B41FA5}">
                      <a16:colId xmlns:a16="http://schemas.microsoft.com/office/drawing/2014/main" val="1975478490"/>
                    </a:ext>
                  </a:extLst>
                </a:gridCol>
                <a:gridCol w="1475468">
                  <a:extLst>
                    <a:ext uri="{9D8B030D-6E8A-4147-A177-3AD203B41FA5}">
                      <a16:colId xmlns:a16="http://schemas.microsoft.com/office/drawing/2014/main" val="770977589"/>
                    </a:ext>
                  </a:extLst>
                </a:gridCol>
                <a:gridCol w="1475468">
                  <a:extLst>
                    <a:ext uri="{9D8B030D-6E8A-4147-A177-3AD203B41FA5}">
                      <a16:colId xmlns:a16="http://schemas.microsoft.com/office/drawing/2014/main" val="2817170367"/>
                    </a:ext>
                  </a:extLst>
                </a:gridCol>
              </a:tblGrid>
              <a:tr h="33977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데미지 감소율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근접 단일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근접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원거리 단일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원거리 범위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346164"/>
                  </a:ext>
                </a:extLst>
              </a:tr>
              <a:tr h="33977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가드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100%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50%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50%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0%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647019"/>
                  </a:ext>
                </a:extLst>
              </a:tr>
              <a:tr h="33977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저스트 가드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100%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100%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100%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50%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123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1181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63CDD-0487-3CE6-DF2E-5D1108AEF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861F663E-38E8-26EA-D4F8-559614D994F2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적 타입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4686CE-887A-7229-7195-D2C2BB0E4C2A}"/>
              </a:ext>
            </a:extLst>
          </p:cNvPr>
          <p:cNvSpPr txBox="1"/>
          <p:nvPr/>
        </p:nvSpPr>
        <p:spPr>
          <a:xfrm>
            <a:off x="551088" y="981323"/>
            <a:ext cx="11221811" cy="5544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1. </a:t>
            </a:r>
            <a:r>
              <a:rPr lang="ko-KR" altLang="en-US" sz="1400" dirty="0"/>
              <a:t>보병형 </a:t>
            </a:r>
            <a:r>
              <a:rPr lang="en-US" altLang="ko-KR" sz="1400" dirty="0"/>
              <a:t>: </a:t>
            </a:r>
            <a:r>
              <a:rPr lang="ko-KR" altLang="en-US" sz="1400" dirty="0"/>
              <a:t>우선순위 중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체력 중 </a:t>
            </a:r>
            <a:r>
              <a:rPr lang="en-US" altLang="ko-KR" sz="1400" dirty="0"/>
              <a:t>/ </a:t>
            </a:r>
            <a:r>
              <a:rPr lang="ko-KR" altLang="en-US" sz="1400" dirty="0"/>
              <a:t>이동속도 중하</a:t>
            </a:r>
            <a:r>
              <a:rPr lang="en-US" altLang="ko-KR" sz="1400" dirty="0"/>
              <a:t>~</a:t>
            </a:r>
            <a:r>
              <a:rPr lang="ko-KR" altLang="en-US" sz="1400" dirty="0"/>
              <a:t>중상 </a:t>
            </a:r>
            <a:r>
              <a:rPr lang="en-US" altLang="ko-KR" sz="1400" dirty="0"/>
              <a:t>/ </a:t>
            </a:r>
            <a:r>
              <a:rPr lang="ko-KR" altLang="en-US" sz="1400" dirty="0"/>
              <a:t>공격력 중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2. </a:t>
            </a:r>
            <a:r>
              <a:rPr lang="ko-KR" altLang="en-US" sz="1400" dirty="0"/>
              <a:t>궁수형</a:t>
            </a:r>
            <a:r>
              <a:rPr lang="en-US" altLang="ko-KR" sz="1400" dirty="0"/>
              <a:t> : </a:t>
            </a:r>
            <a:r>
              <a:rPr lang="ko-KR" altLang="en-US" sz="1400" dirty="0"/>
              <a:t>우선순위 상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체력 하 </a:t>
            </a:r>
            <a:r>
              <a:rPr lang="en-US" altLang="ko-KR" sz="1400" dirty="0"/>
              <a:t>/ </a:t>
            </a:r>
            <a:r>
              <a:rPr lang="ko-KR" altLang="en-US" sz="1400" dirty="0"/>
              <a:t>이동속도 하</a:t>
            </a:r>
            <a:r>
              <a:rPr lang="en-US" altLang="ko-KR" sz="1400" dirty="0"/>
              <a:t>~</a:t>
            </a:r>
            <a:r>
              <a:rPr lang="ko-KR" altLang="en-US" sz="1400" dirty="0"/>
              <a:t>중 </a:t>
            </a:r>
            <a:r>
              <a:rPr lang="en-US" altLang="ko-KR" sz="1400" dirty="0"/>
              <a:t>/ </a:t>
            </a:r>
            <a:r>
              <a:rPr lang="ko-KR" altLang="en-US" sz="1400" dirty="0"/>
              <a:t>공격력 중</a:t>
            </a:r>
            <a:r>
              <a:rPr lang="en-US" altLang="ko-KR" sz="1400" dirty="0"/>
              <a:t>~</a:t>
            </a:r>
            <a:r>
              <a:rPr lang="ko-KR" altLang="en-US" sz="1400" dirty="0"/>
              <a:t>상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3. </a:t>
            </a:r>
            <a:r>
              <a:rPr lang="ko-KR" altLang="en-US" sz="1400" dirty="0"/>
              <a:t>타워형 </a:t>
            </a:r>
            <a:r>
              <a:rPr lang="en-US" altLang="ko-KR" sz="1400" dirty="0"/>
              <a:t>: </a:t>
            </a:r>
            <a:r>
              <a:rPr lang="ko-KR" altLang="en-US" sz="1400" dirty="0"/>
              <a:t>우선순위 하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체력 상 </a:t>
            </a:r>
            <a:r>
              <a:rPr lang="en-US" altLang="ko-KR" sz="1400" dirty="0"/>
              <a:t>/ </a:t>
            </a:r>
            <a:r>
              <a:rPr lang="ko-KR" altLang="en-US" sz="1400" dirty="0"/>
              <a:t>이동속도 </a:t>
            </a:r>
            <a:r>
              <a:rPr lang="en-US" altLang="ko-KR" sz="1400" dirty="0"/>
              <a:t>0 / </a:t>
            </a:r>
            <a:r>
              <a:rPr lang="ko-KR" altLang="en-US" sz="1400" dirty="0"/>
              <a:t>공격력 상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4. </a:t>
            </a:r>
            <a:r>
              <a:rPr lang="ko-KR" altLang="en-US" sz="1400" dirty="0"/>
              <a:t>요새형 </a:t>
            </a:r>
            <a:r>
              <a:rPr lang="en-US" altLang="ko-KR" sz="1400" dirty="0"/>
              <a:t>: </a:t>
            </a:r>
            <a:r>
              <a:rPr lang="ko-KR" altLang="en-US" sz="1400" dirty="0"/>
              <a:t>우선순위 하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체력 상 </a:t>
            </a:r>
            <a:r>
              <a:rPr lang="en-US" altLang="ko-KR" sz="1400" dirty="0"/>
              <a:t>/ </a:t>
            </a:r>
            <a:r>
              <a:rPr lang="ko-KR" altLang="en-US" sz="1400" dirty="0"/>
              <a:t>이동속도 </a:t>
            </a:r>
            <a:r>
              <a:rPr lang="en-US" altLang="ko-KR" sz="1400" dirty="0"/>
              <a:t>0 / </a:t>
            </a:r>
            <a:r>
              <a:rPr lang="ko-KR" altLang="en-US" sz="1400" dirty="0"/>
              <a:t>공격력 </a:t>
            </a:r>
            <a:r>
              <a:rPr lang="en-US" altLang="ko-KR" sz="1400" dirty="0"/>
              <a:t>0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5. </a:t>
            </a:r>
            <a:r>
              <a:rPr lang="ko-KR" altLang="en-US" sz="1400" dirty="0"/>
              <a:t>대장형 </a:t>
            </a:r>
            <a:r>
              <a:rPr lang="en-US" altLang="ko-KR" sz="1400" dirty="0"/>
              <a:t>: </a:t>
            </a:r>
            <a:r>
              <a:rPr lang="ko-KR" altLang="en-US" sz="1400" dirty="0"/>
              <a:t>우선순위 상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체력 상 </a:t>
            </a:r>
            <a:r>
              <a:rPr lang="en-US" altLang="ko-KR" sz="1400" dirty="0"/>
              <a:t>/ </a:t>
            </a:r>
            <a:r>
              <a:rPr lang="ko-KR" altLang="en-US" sz="1400" dirty="0"/>
              <a:t>이동속도 하 </a:t>
            </a:r>
            <a:r>
              <a:rPr lang="en-US" altLang="ko-KR" sz="1400" dirty="0"/>
              <a:t>/ </a:t>
            </a:r>
            <a:r>
              <a:rPr lang="ko-KR" altLang="en-US" sz="1400" dirty="0"/>
              <a:t>공격력 중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6. </a:t>
            </a:r>
            <a:r>
              <a:rPr lang="ko-KR" altLang="en-US" sz="1400" dirty="0"/>
              <a:t>환수형 </a:t>
            </a:r>
            <a:r>
              <a:rPr lang="en-US" altLang="ko-KR" sz="1400" dirty="0"/>
              <a:t>: </a:t>
            </a:r>
            <a:r>
              <a:rPr lang="ko-KR" altLang="en-US" sz="1400" dirty="0"/>
              <a:t>우선순위 중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체력 하 </a:t>
            </a:r>
            <a:r>
              <a:rPr lang="en-US" altLang="ko-KR" sz="1400" dirty="0"/>
              <a:t>/ </a:t>
            </a:r>
            <a:r>
              <a:rPr lang="ko-KR" altLang="en-US" sz="1400" dirty="0"/>
              <a:t>이동속도 하</a:t>
            </a:r>
            <a:r>
              <a:rPr lang="en-US" altLang="ko-KR" sz="1400" dirty="0"/>
              <a:t>~</a:t>
            </a:r>
            <a:r>
              <a:rPr lang="ko-KR" altLang="en-US" sz="1400" dirty="0"/>
              <a:t>상 </a:t>
            </a:r>
            <a:r>
              <a:rPr lang="en-US" altLang="ko-KR" sz="1400" dirty="0"/>
              <a:t>/ </a:t>
            </a:r>
            <a:r>
              <a:rPr lang="ko-KR" altLang="en-US" sz="1400" dirty="0"/>
              <a:t>공격력 하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187382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01DC6-74CB-CCF6-92C3-5D669C7ED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D8AFCAA-937D-8220-6F73-C60D8E0B8031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노트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087D1A-6A25-7D13-655D-9B6632C88CB7}"/>
              </a:ext>
            </a:extLst>
          </p:cNvPr>
          <p:cNvSpPr txBox="1"/>
          <p:nvPr/>
        </p:nvSpPr>
        <p:spPr>
          <a:xfrm>
            <a:off x="551088" y="981323"/>
            <a:ext cx="11221811" cy="1316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400" dirty="0"/>
              <a:t>캐릭터 조합</a:t>
            </a:r>
            <a:endParaRPr lang="en-US" altLang="ko-KR" sz="1400" dirty="0"/>
          </a:p>
          <a:p>
            <a:pPr>
              <a:lnSpc>
                <a:spcPct val="200000"/>
              </a:lnSpc>
            </a:pPr>
            <a:r>
              <a:rPr lang="en-US" altLang="ko-KR" sz="1400" dirty="0"/>
              <a:t>S 3</a:t>
            </a:r>
            <a:r>
              <a:rPr lang="ko-KR" altLang="en-US" sz="1400" dirty="0"/>
              <a:t>점 </a:t>
            </a:r>
            <a:r>
              <a:rPr lang="en-US" altLang="ko-KR" sz="1400" dirty="0"/>
              <a:t>A 1</a:t>
            </a:r>
            <a:r>
              <a:rPr lang="ko-KR" altLang="en-US" sz="1400" dirty="0"/>
              <a:t>점 </a:t>
            </a:r>
            <a:r>
              <a:rPr lang="en-US" altLang="ko-KR" sz="1400" dirty="0"/>
              <a:t>B 0</a:t>
            </a:r>
            <a:r>
              <a:rPr lang="ko-KR" altLang="en-US" sz="1400" dirty="0"/>
              <a:t>점 </a:t>
            </a:r>
            <a:r>
              <a:rPr lang="en-US" altLang="ko-KR" sz="1400" dirty="0"/>
              <a:t>C</a:t>
            </a:r>
            <a:r>
              <a:rPr lang="ko-KR" altLang="en-US" sz="1400" dirty="0"/>
              <a:t> </a:t>
            </a:r>
            <a:r>
              <a:rPr lang="en-US" altLang="ko-KR" sz="1400" dirty="0"/>
              <a:t>-1</a:t>
            </a:r>
            <a:r>
              <a:rPr lang="ko-KR" altLang="en-US" sz="1400" dirty="0"/>
              <a:t>점 </a:t>
            </a:r>
            <a:r>
              <a:rPr lang="ko-KR" altLang="en-US" sz="1400" dirty="0" err="1"/>
              <a:t>아티팩트</a:t>
            </a:r>
            <a:r>
              <a:rPr lang="ko-KR" altLang="en-US" sz="1400" dirty="0"/>
              <a:t> 점수 </a:t>
            </a:r>
            <a:r>
              <a:rPr lang="ko-KR" altLang="en-US" sz="1400" dirty="0" err="1"/>
              <a:t>따로있음</a:t>
            </a:r>
            <a:r>
              <a:rPr lang="ko-KR" altLang="en-US" sz="1400" dirty="0"/>
              <a:t> </a:t>
            </a:r>
            <a:r>
              <a:rPr lang="en-US" altLang="ko-KR" sz="1400" dirty="0"/>
              <a:t>(1</a:t>
            </a:r>
            <a:r>
              <a:rPr lang="ko-KR" altLang="en-US" sz="1400" dirty="0"/>
              <a:t>점 버프 </a:t>
            </a:r>
            <a:r>
              <a:rPr lang="ko-KR" altLang="en-US" sz="1400" dirty="0" err="1"/>
              <a:t>아티팩트</a:t>
            </a:r>
            <a:r>
              <a:rPr lang="en-US" altLang="ko-KR" sz="1400" dirty="0"/>
              <a:t>, -1</a:t>
            </a:r>
            <a:r>
              <a:rPr lang="ko-KR" altLang="en-US" sz="1400" dirty="0"/>
              <a:t>점 </a:t>
            </a:r>
            <a:r>
              <a:rPr lang="ko-KR" altLang="en-US" sz="1400" dirty="0" err="1"/>
              <a:t>디버프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아티팩트</a:t>
            </a:r>
            <a:r>
              <a:rPr lang="en-US" altLang="ko-KR" sz="1400" dirty="0"/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1400" dirty="0"/>
              <a:t>파티의 점수 합이 </a:t>
            </a:r>
            <a:r>
              <a:rPr lang="en-US" altLang="ko-KR" sz="1400" dirty="0"/>
              <a:t>1</a:t>
            </a:r>
            <a:r>
              <a:rPr lang="ko-KR" altLang="en-US" sz="1400" dirty="0"/>
              <a:t>점 이하여야 한다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257766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B6764-A7BE-D431-C757-5BF2CE26B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A71637C-716F-F5F4-F423-760F2250B665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캐릭터 컨셉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B48780-A181-1639-40B7-9BF7893109D7}"/>
              </a:ext>
            </a:extLst>
          </p:cNvPr>
          <p:cNvSpPr txBox="1"/>
          <p:nvPr/>
        </p:nvSpPr>
        <p:spPr>
          <a:xfrm>
            <a:off x="551088" y="842530"/>
            <a:ext cx="11221811" cy="4763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400" dirty="0"/>
              <a:t>던파 격투가</a:t>
            </a:r>
            <a:endParaRPr lang="en-US" altLang="ko-KR" sz="1400" dirty="0"/>
          </a:p>
          <a:p>
            <a:pPr>
              <a:lnSpc>
                <a:spcPct val="200000"/>
              </a:lnSpc>
            </a:pPr>
            <a:r>
              <a:rPr lang="ko-KR" altLang="en-US" sz="1400" dirty="0" err="1"/>
              <a:t>건즈</a:t>
            </a:r>
            <a:r>
              <a:rPr lang="ko-KR" altLang="en-US" sz="1400" dirty="0"/>
              <a:t> 검사</a:t>
            </a:r>
            <a:endParaRPr lang="en-US" altLang="ko-KR" sz="1400" dirty="0"/>
          </a:p>
          <a:p>
            <a:pPr>
              <a:lnSpc>
                <a:spcPct val="200000"/>
              </a:lnSpc>
            </a:pPr>
            <a:r>
              <a:rPr lang="ko-KR" altLang="en-US" sz="1400" dirty="0"/>
              <a:t>방어 스택 </a:t>
            </a:r>
            <a:r>
              <a:rPr lang="ko-KR" altLang="en-US" sz="1400" dirty="0" err="1"/>
              <a:t>성기사</a:t>
            </a:r>
            <a:endParaRPr lang="en-US" altLang="ko-KR" sz="1400" dirty="0"/>
          </a:p>
          <a:p>
            <a:pPr>
              <a:lnSpc>
                <a:spcPct val="200000"/>
              </a:lnSpc>
            </a:pPr>
            <a:r>
              <a:rPr lang="ko-KR" altLang="en-US" sz="1400" dirty="0"/>
              <a:t>공격 스택</a:t>
            </a:r>
            <a:r>
              <a:rPr lang="en-US" altLang="ko-KR" sz="1400" dirty="0"/>
              <a:t>, </a:t>
            </a:r>
            <a:r>
              <a:rPr lang="ko-KR" altLang="en-US" sz="1400"/>
              <a:t>방어 페널티 흑기사</a:t>
            </a:r>
            <a:endParaRPr lang="en-US" altLang="ko-KR" sz="1400" dirty="0"/>
          </a:p>
          <a:p>
            <a:pPr>
              <a:lnSpc>
                <a:spcPct val="200000"/>
              </a:lnSpc>
            </a:pPr>
            <a:r>
              <a:rPr lang="ko-KR" altLang="en-US" sz="1400" dirty="0"/>
              <a:t>전격 쌍둥이 교체모드</a:t>
            </a:r>
            <a:r>
              <a:rPr lang="en-US" altLang="ko-KR" sz="1400" dirty="0"/>
              <a:t> / </a:t>
            </a:r>
            <a:r>
              <a:rPr lang="ko-KR" altLang="en-US" sz="1400" dirty="0"/>
              <a:t>전격 쌍둥이 합체모드</a:t>
            </a:r>
          </a:p>
          <a:p>
            <a:pPr>
              <a:lnSpc>
                <a:spcPct val="200000"/>
              </a:lnSpc>
            </a:pPr>
            <a:r>
              <a:rPr lang="ko-KR" altLang="en-US" sz="1400" dirty="0"/>
              <a:t>불</a:t>
            </a:r>
            <a:r>
              <a:rPr lang="en-US" altLang="ko-KR" sz="1400" dirty="0"/>
              <a:t>, </a:t>
            </a:r>
            <a:r>
              <a:rPr lang="ko-KR" altLang="en-US" sz="1400" dirty="0"/>
              <a:t>얼음을 발사하는 원소 마법사</a:t>
            </a:r>
          </a:p>
          <a:p>
            <a:pPr>
              <a:lnSpc>
                <a:spcPct val="200000"/>
              </a:lnSpc>
            </a:pPr>
            <a:r>
              <a:rPr lang="ko-KR" altLang="en-US" sz="1400" dirty="0"/>
              <a:t>방사능 생존자 </a:t>
            </a:r>
            <a:r>
              <a:rPr lang="en-US" altLang="ko-KR" sz="1400" dirty="0"/>
              <a:t>(</a:t>
            </a:r>
            <a:r>
              <a:rPr lang="ko-KR" altLang="en-US" sz="1400" dirty="0"/>
              <a:t>워크래프트 </a:t>
            </a:r>
            <a:r>
              <a:rPr lang="ko-KR" altLang="en-US" sz="1400" dirty="0" err="1"/>
              <a:t>인페르노</a:t>
            </a:r>
            <a:r>
              <a:rPr lang="en-US" altLang="ko-KR" sz="1400" dirty="0"/>
              <a:t>)</a:t>
            </a:r>
            <a:endParaRPr lang="ko-KR" altLang="en-US" sz="1400" dirty="0"/>
          </a:p>
          <a:p>
            <a:pPr>
              <a:lnSpc>
                <a:spcPct val="200000"/>
              </a:lnSpc>
            </a:pPr>
            <a:r>
              <a:rPr lang="ko-KR" altLang="en-US" sz="1400" dirty="0"/>
              <a:t>시간을 조종하는 세계 관리자</a:t>
            </a:r>
          </a:p>
          <a:p>
            <a:pPr>
              <a:lnSpc>
                <a:spcPct val="200000"/>
              </a:lnSpc>
            </a:pPr>
            <a:r>
              <a:rPr lang="ko-KR" altLang="en-US" sz="1400" dirty="0"/>
              <a:t>차원이동으로 총기가 팔에 흡수된 저격수</a:t>
            </a:r>
          </a:p>
          <a:p>
            <a:pPr>
              <a:lnSpc>
                <a:spcPct val="200000"/>
              </a:lnSpc>
            </a:pPr>
            <a:r>
              <a:rPr lang="ko-KR" altLang="en-US" sz="1400" dirty="0"/>
              <a:t>성스러운 화살을 발사하는 </a:t>
            </a:r>
            <a:r>
              <a:rPr lang="ko-KR" altLang="en-US" sz="1400" dirty="0" err="1"/>
              <a:t>아마조네스</a:t>
            </a:r>
            <a:endParaRPr lang="en-US" altLang="ko-KR" sz="1400" dirty="0"/>
          </a:p>
          <a:p>
            <a:pPr>
              <a:lnSpc>
                <a:spcPct val="200000"/>
              </a:lnSpc>
            </a:pPr>
            <a:r>
              <a:rPr lang="ko-KR" altLang="en-US" sz="1400" dirty="0"/>
              <a:t>하루 아침에 </a:t>
            </a:r>
            <a:r>
              <a:rPr lang="ko-KR" altLang="en-US" sz="1400" dirty="0" err="1"/>
              <a:t>도플갱어가</a:t>
            </a:r>
            <a:r>
              <a:rPr lang="ko-KR" altLang="en-US" sz="1400" dirty="0"/>
              <a:t> 생긴 방랑자</a:t>
            </a:r>
          </a:p>
        </p:txBody>
      </p:sp>
    </p:spTree>
    <p:extLst>
      <p:ext uri="{BB962C8B-B14F-4D97-AF65-F5344CB8AC3E}">
        <p14:creationId xmlns:p14="http://schemas.microsoft.com/office/powerpoint/2010/main" val="3526989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3942</TotalTime>
  <Words>477</Words>
  <Application>Microsoft Office PowerPoint</Application>
  <PresentationFormat>와이드스크린</PresentationFormat>
  <Paragraphs>95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영범 이</dc:creator>
  <cp:lastModifiedBy>영범 이</cp:lastModifiedBy>
  <cp:revision>80</cp:revision>
  <dcterms:created xsi:type="dcterms:W3CDTF">2025-03-26T14:47:35Z</dcterms:created>
  <dcterms:modified xsi:type="dcterms:W3CDTF">2026-05-03T12:23:31Z</dcterms:modified>
</cp:coreProperties>
</file>