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64381-7EFC-9D4A-46E5-184644F5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999A6-0C69-BA17-63B8-3BBE3D43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FC27A-C86C-282F-043E-AB974DA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39FFE-7815-B252-B585-FF1FD6D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79281-9254-ABDB-3E2C-B48752E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1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C7D2-ADF7-78BF-C8D9-9F90421E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52E9A-6176-7EB1-F70C-E0F9463C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04A4E-A134-AE8F-9964-427F2811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E7252-A1FA-0571-1C72-500283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65EEA-D3EE-0256-7FDF-17DCB93B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42341-7641-7794-55FA-C7A071E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1823D-AC44-04D3-E653-7DB8AAD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0E35-F9BE-C17F-DE9C-D4F4572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B964-5F7D-D0A1-5438-29558A5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B93AA-8EC6-D182-9E3E-8BE5419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676D8-3A04-7B26-6C0D-6ABE1CB2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2723D-3E08-BD88-3EBA-B68DA762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CB835E-731D-1BCE-556F-31627AC2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7D172-7B73-7E28-E6A3-F009D38D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7EB201-5AE3-6F70-64A5-632186A0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AA298-1873-B955-DEB9-B693E369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4EFC-10C3-B037-B523-002D77D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F408-C00A-EAB8-A26C-C142971A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67E50E-D586-22AA-FE90-89F14D02F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B77167-7789-0BCF-35AB-6AEEDD08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B15F-1C3B-4EBB-8BDE-5FDF154F5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DA9065-C571-A746-553F-6D64E4AF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FB51B4-3968-782A-CA23-9CB6997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912603-9299-F2D4-4A24-2A40FE68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495C6-1881-6053-85FC-7E369823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9FB50-CE8E-C7C4-56F1-48363FA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9D57-DC70-A46A-F414-9BF2087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7CC9A-C92B-A472-DF76-5110C17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A7EDF-BF5C-3315-771A-A68EF01D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AB7DF-C5B2-2ADF-D737-07AA1B0B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C431F-BCE0-82FA-7668-48690D39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54B2-53D6-8429-B9CA-B432AC8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8552-2D5D-F76D-85BE-2BB05B22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662A6-D1C3-676A-A3C7-728A5E63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09D53-FE68-8553-7424-0C283216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5BD23-77EE-DA84-82D7-9A191AB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AB2196-8A61-8DCD-3E8B-1187F3F7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DFA0-AF61-BB9F-A54F-AC696AF8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D7A5D7-2DD9-3858-1EAB-F8E55FF02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B5B0B-2033-156C-7298-3CA91091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2D7DA-41D9-ADBF-7958-1FEB710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AC248-B1E7-87DF-687F-5B0D79C9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EDDDF0-DB2E-B269-FAC7-7884EE8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4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00E09-55E6-BA6E-7CBF-E46F0FE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3950E-7EBB-BC14-CD47-EE529A9B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30BB6-167E-0CD9-5ABB-52DEDB1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15C18-48BC-4628-EFBC-412BF17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35766-FE9A-E832-5356-FDE6691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4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A5A588-2483-0F83-D899-940E0801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7138F-A241-7B83-4E38-F9C58941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F0218-6CA0-B22A-D987-6DB33D3C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283D9-9100-1270-7D0F-F7FD9386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33C5-56B2-19CA-36A3-A2C0448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6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99AB1-7FE9-D1DE-D3E3-E96E3A40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6E7E0-9AEC-5DFB-7EAC-76E6A0D4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A75E-1772-3D89-8E2F-F43729DA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704A7-0DB5-6B0A-4C01-2E3EB9CDB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475EE-9E08-55BA-2F75-38AE03230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77A8-9B74-5803-DAA2-F65C0FA4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DA45203-2944-B642-8C1A-979792AF03B7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992FC-3BBF-0C43-395A-5BFDC5E79407}"/>
              </a:ext>
            </a:extLst>
          </p:cNvPr>
          <p:cNvSpPr txBox="1"/>
          <p:nvPr/>
        </p:nvSpPr>
        <p:spPr>
          <a:xfrm>
            <a:off x="551088" y="981323"/>
            <a:ext cx="112218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마법사 </a:t>
            </a:r>
            <a:r>
              <a:rPr lang="en-US" altLang="ko-KR" sz="1400" dirty="0"/>
              <a:t>: </a:t>
            </a:r>
          </a:p>
          <a:p>
            <a:r>
              <a:rPr lang="ko-KR" altLang="en-US" sz="1400" dirty="0"/>
              <a:t>시나리오</a:t>
            </a:r>
            <a:r>
              <a:rPr lang="en-US" altLang="ko-KR" sz="1400" dirty="0"/>
              <a:t>1</a:t>
            </a:r>
            <a:r>
              <a:rPr lang="ko-KR" altLang="en-US" sz="1400" dirty="0"/>
              <a:t>에서는 과거에 신적인 존재라 신전까지 있을 정도였지만 현재는 힘이 약해서 이전만큼의 </a:t>
            </a:r>
            <a:r>
              <a:rPr lang="ko-KR" altLang="en-US" sz="1400" dirty="0" err="1"/>
              <a:t>영향력은없다</a:t>
            </a:r>
            <a:r>
              <a:rPr lang="en-US" altLang="ko-KR" sz="1400" dirty="0"/>
              <a:t>. </a:t>
            </a:r>
            <a:r>
              <a:rPr lang="ko-KR" altLang="en-US" sz="1400" dirty="0"/>
              <a:t>최근에 마법사를 사칭하는 사람까지 등장할 정도다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시나리오</a:t>
            </a:r>
            <a:r>
              <a:rPr lang="en-US" altLang="ko-KR" sz="1400" dirty="0"/>
              <a:t>2</a:t>
            </a:r>
            <a:r>
              <a:rPr lang="ko-KR" altLang="en-US" sz="1400" dirty="0"/>
              <a:t>에서는 신출귀몰한 전세계적 </a:t>
            </a:r>
            <a:r>
              <a:rPr lang="ko-KR" altLang="en-US" sz="1400" dirty="0" err="1"/>
              <a:t>음모론적인</a:t>
            </a:r>
            <a:r>
              <a:rPr lang="ko-KR" altLang="en-US" sz="1400" dirty="0"/>
              <a:t> 단체로 </a:t>
            </a:r>
            <a:r>
              <a:rPr lang="ko-KR" altLang="en-US" sz="1400" dirty="0" err="1"/>
              <a:t>인식되어있다</a:t>
            </a:r>
            <a:r>
              <a:rPr lang="en-US" altLang="ko-KR" sz="1400" dirty="0"/>
              <a:t>. </a:t>
            </a:r>
            <a:r>
              <a:rPr lang="ko-KR" altLang="en-US" sz="1400" dirty="0"/>
              <a:t>주인공 친구가 어릴 때 한번 봤다고 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섬 </a:t>
            </a:r>
            <a:r>
              <a:rPr lang="en-US" altLang="ko-KR" sz="1400" dirty="0"/>
              <a:t>: </a:t>
            </a:r>
            <a:r>
              <a:rPr lang="ko-KR" altLang="en-US" sz="1400" dirty="0"/>
              <a:t>오래전에 마법사들의 거주지였으며 어떤 사건으로 유령도시가 되었다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아르케의</a:t>
            </a:r>
            <a:r>
              <a:rPr lang="ko-KR" altLang="en-US" sz="1400" dirty="0"/>
              <a:t> 신전이 있으며 카렌이 마법을 </a:t>
            </a:r>
            <a:r>
              <a:rPr lang="ko-KR" altLang="en-US" sz="1400" dirty="0" err="1"/>
              <a:t>연구중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레드 </a:t>
            </a:r>
            <a:r>
              <a:rPr lang="en-US" altLang="ko-KR" sz="1400" dirty="0"/>
              <a:t>: </a:t>
            </a:r>
            <a:r>
              <a:rPr lang="ko-KR" altLang="en-US" sz="1400" dirty="0"/>
              <a:t>레드는 그레이의 검이 발현되는지 감시하고있다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그레이 집안의 가보인 </a:t>
            </a:r>
            <a:r>
              <a:rPr lang="ko-KR" altLang="en-US" sz="1400" dirty="0" err="1"/>
              <a:t>마검이</a:t>
            </a:r>
            <a:r>
              <a:rPr lang="ko-KR" altLang="en-US" sz="1400" dirty="0"/>
              <a:t> 발현되면 난폭하고 </a:t>
            </a:r>
            <a:r>
              <a:rPr lang="ko-KR" altLang="en-US" sz="1400" dirty="0" err="1"/>
              <a:t>잔인해진다고</a:t>
            </a:r>
            <a:r>
              <a:rPr lang="ko-KR" altLang="en-US" sz="1400" dirty="0"/>
              <a:t>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소속된 마법연구기관에서 </a:t>
            </a:r>
            <a:r>
              <a:rPr lang="en-US" altLang="ko-KR" sz="1400" dirty="0"/>
              <a:t>1</a:t>
            </a:r>
            <a:r>
              <a:rPr lang="ko-KR" altLang="en-US" sz="1400" dirty="0"/>
              <a:t>급 위험분자로 </a:t>
            </a:r>
            <a:r>
              <a:rPr lang="ko-KR" altLang="en-US" sz="1400" dirty="0" err="1"/>
              <a:t>취급되어있다</a:t>
            </a:r>
            <a:r>
              <a:rPr lang="en-US" altLang="ko-KR" sz="1400" dirty="0"/>
              <a:t>. </a:t>
            </a:r>
            <a:r>
              <a:rPr lang="ko-KR" altLang="en-US" sz="1400" dirty="0"/>
              <a:t>과거 그레이의 집안이 </a:t>
            </a:r>
            <a:r>
              <a:rPr lang="ko-KR" altLang="en-US" sz="1400" dirty="0" err="1"/>
              <a:t>습격당한것도</a:t>
            </a:r>
            <a:r>
              <a:rPr lang="ko-KR" altLang="en-US" sz="1400" dirty="0"/>
              <a:t> 이 때문이다</a:t>
            </a:r>
            <a:r>
              <a:rPr lang="en-US" altLang="ko-KR" sz="1400" dirty="0"/>
              <a:t>. </a:t>
            </a:r>
            <a:r>
              <a:rPr lang="ko-KR" altLang="en-US" sz="1400" dirty="0"/>
              <a:t>마법사를 증오하는 그레이에게는 관계가 멀어질까 두려워 이 사실을 숨기고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레드가 그레이를 섬으로 유도했다</a:t>
            </a:r>
            <a:r>
              <a:rPr lang="en-US" altLang="ko-KR" sz="1400" dirty="0"/>
              <a:t>. </a:t>
            </a:r>
            <a:r>
              <a:rPr lang="ko-KR" altLang="en-US" sz="1400" dirty="0"/>
              <a:t>친한 마법사인 카렌에게 가서 그레이를 위해 위험하지 않은 방법으로 검의 힘을 봉인하려는 의도가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검의 부활을 막으려 그레이의 발전을 막아온 원인이기도 하다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그레이 집안을 </a:t>
            </a:r>
            <a:r>
              <a:rPr lang="ko-KR" altLang="en-US" sz="1400" dirty="0" err="1"/>
              <a:t>공격했을때</a:t>
            </a:r>
            <a:r>
              <a:rPr lang="ko-KR" altLang="en-US" sz="1400" dirty="0"/>
              <a:t> 참가했었다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그레이를 안타깝게 여겨 그 이후로 모자라지 않게 살게 도와주고 있었다</a:t>
            </a:r>
            <a:r>
              <a:rPr lang="en-US" altLang="ko-KR" sz="1400" dirty="0"/>
              <a:t>. </a:t>
            </a:r>
            <a:r>
              <a:rPr lang="ko-KR" altLang="en-US" sz="1400" dirty="0"/>
              <a:t>참여한 사실도 그레이에게 숨기는 중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그레이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어릴때</a:t>
            </a:r>
            <a:r>
              <a:rPr lang="ko-KR" altLang="en-US" sz="1400" dirty="0"/>
              <a:t> 마법사들에게 공격받아 영락한 </a:t>
            </a:r>
            <a:r>
              <a:rPr lang="ko-KR" altLang="en-US" sz="1400" dirty="0" err="1"/>
              <a:t>검사집안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공격한것은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아르케의</a:t>
            </a:r>
            <a:r>
              <a:rPr lang="ko-KR" altLang="en-US" sz="1400" dirty="0"/>
              <a:t> 계시를 받아 </a:t>
            </a:r>
            <a:r>
              <a:rPr lang="ko-KR" altLang="en-US" sz="1400" dirty="0" err="1"/>
              <a:t>마검의</a:t>
            </a:r>
            <a:r>
              <a:rPr lang="ko-KR" altLang="en-US" sz="1400" dirty="0"/>
              <a:t> 봉인을 행한 신관들</a:t>
            </a:r>
            <a:r>
              <a:rPr lang="en-US" altLang="ko-KR" sz="1400" dirty="0"/>
              <a:t>. </a:t>
            </a:r>
            <a:r>
              <a:rPr lang="ko-KR" altLang="en-US" sz="1400" dirty="0"/>
              <a:t>그 이후로 </a:t>
            </a:r>
            <a:r>
              <a:rPr lang="ko-KR" altLang="en-US" sz="1400" dirty="0" err="1"/>
              <a:t>변변치않게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살고있고</a:t>
            </a:r>
            <a:r>
              <a:rPr lang="ko-KR" altLang="en-US" sz="1400" dirty="0"/>
              <a:t> 그 때문에 마법사들을 싫어한다</a:t>
            </a:r>
            <a:r>
              <a:rPr lang="en-US" altLang="ko-KR" sz="1400" dirty="0"/>
              <a:t>. </a:t>
            </a:r>
            <a:r>
              <a:rPr lang="ko-KR" altLang="en-US" sz="1400" dirty="0"/>
              <a:t>적극적인 성격은 아니고 무기력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카렌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아르케를</a:t>
            </a:r>
            <a:r>
              <a:rPr lang="ko-KR" altLang="en-US" sz="1400" dirty="0"/>
              <a:t> 부활시켜 </a:t>
            </a:r>
            <a:r>
              <a:rPr lang="ko-KR" altLang="en-US" sz="1400" dirty="0" err="1"/>
              <a:t>알현하고싶어한다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그레이가 레드를 죽여야 발현함을 알고있다</a:t>
            </a:r>
            <a:r>
              <a:rPr lang="en-US" altLang="ko-KR" sz="1400" dirty="0"/>
              <a:t>. </a:t>
            </a:r>
            <a:r>
              <a:rPr lang="ko-KR" altLang="en-US" sz="1400" dirty="0"/>
              <a:t>겉으로는 </a:t>
            </a:r>
            <a:r>
              <a:rPr lang="ko-KR" altLang="en-US" sz="1400" dirty="0" err="1"/>
              <a:t>마검의</a:t>
            </a:r>
            <a:r>
              <a:rPr lang="ko-KR" altLang="en-US" sz="1400" dirty="0"/>
              <a:t> 부활을 </a:t>
            </a:r>
            <a:r>
              <a:rPr lang="ko-KR" altLang="en-US" sz="1400" dirty="0" err="1"/>
              <a:t>막아주려한다는</a:t>
            </a:r>
            <a:r>
              <a:rPr lang="ko-KR" altLang="en-US" sz="1400" dirty="0"/>
              <a:t> 거짓말을 하고있다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그레이를 함정에 빠트리고 강하게 만들어 </a:t>
            </a:r>
            <a:r>
              <a:rPr lang="ko-KR" altLang="en-US" sz="1400" dirty="0" err="1"/>
              <a:t>마검을</a:t>
            </a:r>
            <a:r>
              <a:rPr lang="ko-KR" altLang="en-US" sz="1400" dirty="0"/>
              <a:t> 부활시킨다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과거에 얻었던 마법사의 표식을 가지고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사실은 마법사가 아니지만 위험할 때마다 표식을 앞세워 위협을 피하며 살아왔다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아르케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그레이의 검이 과거에 일련의 사건을 초래했으며 생각보다 더 위험한 것을 알고있다</a:t>
            </a:r>
            <a:r>
              <a:rPr lang="en-US" altLang="ko-KR" sz="1400" dirty="0"/>
              <a:t>. </a:t>
            </a:r>
            <a:r>
              <a:rPr lang="ko-KR" altLang="en-US" sz="1400" dirty="0"/>
              <a:t>과거에 그 섬을 다스리는 </a:t>
            </a:r>
            <a:r>
              <a:rPr lang="ko-KR" altLang="en-US" sz="1400" dirty="0" err="1"/>
              <a:t>신같은</a:t>
            </a:r>
            <a:r>
              <a:rPr lang="ko-KR" altLang="en-US" sz="1400" dirty="0"/>
              <a:t> 존재였지만 </a:t>
            </a:r>
            <a:r>
              <a:rPr lang="ko-KR" altLang="en-US" sz="1400" dirty="0" err="1"/>
              <a:t>마검의</a:t>
            </a:r>
            <a:r>
              <a:rPr lang="ko-KR" altLang="en-US" sz="1400" dirty="0"/>
              <a:t> 소유자에 의해 서로 </a:t>
            </a:r>
            <a:r>
              <a:rPr lang="ko-KR" altLang="en-US" sz="1400" dirty="0" err="1"/>
              <a:t>봉인하게된다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마검의</a:t>
            </a:r>
            <a:r>
              <a:rPr lang="ko-KR" altLang="en-US" sz="1400" dirty="0"/>
              <a:t> 부활과 동시에 부활한다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그린루트에서는 자신의 부활로 </a:t>
            </a:r>
            <a:r>
              <a:rPr lang="ko-KR" altLang="en-US" sz="1400" dirty="0" err="1"/>
              <a:t>마검의</a:t>
            </a:r>
            <a:r>
              <a:rPr lang="ko-KR" altLang="en-US" sz="1400" dirty="0"/>
              <a:t> 부활이 임박했음을 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둘중하나가</a:t>
            </a:r>
            <a:r>
              <a:rPr lang="ko-KR" altLang="en-US" sz="1400" dirty="0"/>
              <a:t> 쓰러져야 </a:t>
            </a:r>
            <a:r>
              <a:rPr lang="ko-KR" altLang="en-US" sz="1400" dirty="0" err="1"/>
              <a:t>발현되지않음을</a:t>
            </a:r>
            <a:r>
              <a:rPr lang="ko-KR" altLang="en-US" sz="1400" dirty="0"/>
              <a:t> 알고있다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9718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E6E9-90A8-4E77-072B-DA3A6CCE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D45C222-BD7D-51DA-89CE-D7C40FF06078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루트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F503B-D835-55B9-CD5B-EE650D11B7DF}"/>
              </a:ext>
            </a:extLst>
          </p:cNvPr>
          <p:cNvSpPr txBox="1"/>
          <p:nvPr/>
        </p:nvSpPr>
        <p:spPr>
          <a:xfrm>
            <a:off x="551088" y="981323"/>
            <a:ext cx="1122181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두가지 새 게임 시작 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1. </a:t>
            </a:r>
            <a:r>
              <a:rPr lang="ko-KR" altLang="en-US" sz="1400" dirty="0" err="1"/>
              <a:t>노말</a:t>
            </a:r>
            <a:r>
              <a:rPr lang="ko-KR" altLang="en-US" sz="1400" dirty="0"/>
              <a:t> 진행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노말엔딩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클리어시</a:t>
            </a:r>
            <a:r>
              <a:rPr lang="ko-KR" altLang="en-US" sz="1400" dirty="0"/>
              <a:t> </a:t>
            </a:r>
            <a:r>
              <a:rPr lang="en-US" altLang="ko-KR" sz="1400" dirty="0"/>
              <a:t>2. </a:t>
            </a:r>
            <a:r>
              <a:rPr lang="ko-KR" altLang="en-US" sz="1400" dirty="0"/>
              <a:t>임의 캐릭터 선택 열림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멀티엔딩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레드 클리어</a:t>
            </a:r>
            <a:r>
              <a:rPr lang="en-US" altLang="ko-KR" sz="1400" dirty="0"/>
              <a:t>, </a:t>
            </a:r>
            <a:r>
              <a:rPr lang="ko-KR" altLang="en-US" sz="1400" dirty="0"/>
              <a:t>블루 클리어</a:t>
            </a:r>
            <a:r>
              <a:rPr lang="en-US" altLang="ko-KR" sz="1400" dirty="0"/>
              <a:t>, </a:t>
            </a:r>
            <a:r>
              <a:rPr lang="ko-KR" altLang="en-US" sz="1400" dirty="0"/>
              <a:t>그린 클리어</a:t>
            </a:r>
          </a:p>
          <a:p>
            <a:r>
              <a:rPr lang="ko-KR" altLang="en-US" sz="1400" dirty="0"/>
              <a:t>지역을 </a:t>
            </a:r>
            <a:r>
              <a:rPr lang="ko-KR" altLang="en-US" sz="1400" dirty="0" err="1"/>
              <a:t>완수할때마다</a:t>
            </a:r>
            <a:r>
              <a:rPr lang="ko-KR" altLang="en-US" sz="1400" dirty="0"/>
              <a:t> 난이도상승</a:t>
            </a:r>
            <a:r>
              <a:rPr lang="en-US" altLang="ko-KR" sz="1400" dirty="0"/>
              <a:t>, </a:t>
            </a:r>
            <a:r>
              <a:rPr lang="ko-KR" altLang="en-US" sz="1400" dirty="0"/>
              <a:t>지역 이벤트를 본 여부에 따라 엔딩 갈림</a:t>
            </a:r>
          </a:p>
          <a:p>
            <a:r>
              <a:rPr lang="ko-KR" altLang="en-US" sz="1400" dirty="0" err="1"/>
              <a:t>쉬운루트와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어려운루트를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정할수있게</a:t>
            </a:r>
            <a:r>
              <a:rPr lang="ko-KR" altLang="en-US" sz="1400" dirty="0"/>
              <a:t> 함으로서 </a:t>
            </a:r>
            <a:r>
              <a:rPr lang="ko-KR" altLang="en-US" sz="1400" dirty="0" err="1"/>
              <a:t>엔딩분기</a:t>
            </a:r>
            <a:endParaRPr lang="ko-KR" altLang="en-US" sz="1400" dirty="0"/>
          </a:p>
          <a:p>
            <a:r>
              <a:rPr lang="ko-KR" altLang="en-US" sz="1400" dirty="0"/>
              <a:t>블루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레드 해금 </a:t>
            </a:r>
            <a:r>
              <a:rPr lang="en-US" altLang="ko-KR" sz="1400" dirty="0"/>
              <a:t>: </a:t>
            </a:r>
            <a:r>
              <a:rPr lang="ko-KR" altLang="en-US" sz="1400" dirty="0"/>
              <a:t>섬 중앙에 도착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아르케가</a:t>
            </a:r>
            <a:r>
              <a:rPr lang="ko-KR" altLang="en-US" sz="1400" dirty="0"/>
              <a:t> 카라를 </a:t>
            </a:r>
            <a:r>
              <a:rPr lang="ko-KR" altLang="en-US" sz="1400" dirty="0" err="1"/>
              <a:t>가두고난</a:t>
            </a:r>
            <a:r>
              <a:rPr lang="ko-KR" altLang="en-US" sz="1400" dirty="0"/>
              <a:t> 후 도착함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아르케를</a:t>
            </a:r>
            <a:r>
              <a:rPr lang="ko-KR" altLang="en-US" sz="1400" dirty="0"/>
              <a:t> 만나고 </a:t>
            </a:r>
            <a:r>
              <a:rPr lang="ko-KR" altLang="en-US" sz="1400" dirty="0" err="1"/>
              <a:t>결계</a:t>
            </a:r>
            <a:r>
              <a:rPr lang="ko-KR" altLang="en-US" sz="1400" dirty="0"/>
              <a:t> 안에서 카라와 결전</a:t>
            </a:r>
          </a:p>
          <a:p>
            <a:r>
              <a:rPr lang="ko-KR" altLang="en-US" sz="1400" dirty="0"/>
              <a:t>그린 루트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아르케</a:t>
            </a:r>
            <a:r>
              <a:rPr lang="ko-KR" altLang="en-US" sz="1400" dirty="0"/>
              <a:t> 해금 </a:t>
            </a:r>
            <a:r>
              <a:rPr lang="en-US" altLang="ko-KR" sz="1400" dirty="0"/>
              <a:t>: </a:t>
            </a:r>
            <a:r>
              <a:rPr lang="ko-KR" altLang="en-US" sz="1400" dirty="0"/>
              <a:t>섬 중앙에 도착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아르케가</a:t>
            </a:r>
            <a:r>
              <a:rPr lang="ko-KR" altLang="en-US" sz="1400" dirty="0"/>
              <a:t> 카라를 가두기 전 도착함</a:t>
            </a:r>
            <a:r>
              <a:rPr lang="en-US" altLang="ko-KR" sz="1400" dirty="0"/>
              <a:t>, </a:t>
            </a:r>
            <a:r>
              <a:rPr lang="ko-KR" altLang="en-US" sz="1400" dirty="0"/>
              <a:t>보스 카라</a:t>
            </a:r>
          </a:p>
          <a:p>
            <a:r>
              <a:rPr lang="ko-KR" altLang="en-US" sz="1400" dirty="0"/>
              <a:t>레드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각성 </a:t>
            </a:r>
            <a:r>
              <a:rPr lang="ko-KR" altLang="en-US" sz="1400" dirty="0" err="1"/>
              <a:t>아티팩트</a:t>
            </a:r>
            <a:r>
              <a:rPr lang="ko-KR" altLang="en-US" sz="1400" dirty="0"/>
              <a:t> 해금 </a:t>
            </a:r>
            <a:r>
              <a:rPr lang="en-US" altLang="ko-KR" sz="1400" dirty="0"/>
              <a:t>: </a:t>
            </a:r>
            <a:r>
              <a:rPr lang="ko-KR" altLang="en-US" sz="1400" dirty="0"/>
              <a:t>레드 없이 섬 중앙에 도착</a:t>
            </a:r>
            <a:r>
              <a:rPr lang="en-US" altLang="ko-KR" sz="1400" dirty="0"/>
              <a:t>, </a:t>
            </a:r>
            <a:r>
              <a:rPr lang="ko-KR" altLang="en-US" sz="1400" dirty="0"/>
              <a:t>검 발현</a:t>
            </a:r>
            <a:r>
              <a:rPr lang="en-US" altLang="ko-KR" sz="1400" dirty="0"/>
              <a:t>, </a:t>
            </a:r>
            <a:r>
              <a:rPr lang="ko-KR" altLang="en-US" sz="1400" dirty="0"/>
              <a:t>보스 </a:t>
            </a:r>
            <a:r>
              <a:rPr lang="ko-KR" altLang="en-US" sz="1400" dirty="0" err="1"/>
              <a:t>아르케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블루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그레이와 레드가 카렌을 만나고 검의 봉인에 실패해서 </a:t>
            </a:r>
            <a:r>
              <a:rPr lang="ko-KR" altLang="en-US" sz="1400" dirty="0" err="1"/>
              <a:t>발현되고만다</a:t>
            </a:r>
            <a:r>
              <a:rPr lang="en-US" altLang="ko-KR" sz="1400" dirty="0"/>
              <a:t>. </a:t>
            </a:r>
            <a:r>
              <a:rPr lang="ko-KR" altLang="en-US" sz="1400" dirty="0"/>
              <a:t>그레이는 카렌과 싸운다</a:t>
            </a:r>
          </a:p>
          <a:p>
            <a:r>
              <a:rPr lang="ko-KR" altLang="en-US" sz="1400" dirty="0" err="1"/>
              <a:t>첫회차를</a:t>
            </a:r>
            <a:r>
              <a:rPr lang="ko-KR" altLang="en-US" sz="1400" dirty="0"/>
              <a:t> 클리어하면 다음 처음부터 시작에서 레드로 플레이해서 그레이를 찾는다</a:t>
            </a:r>
          </a:p>
          <a:p>
            <a:r>
              <a:rPr lang="ko-KR" altLang="en-US" sz="1400" dirty="0"/>
              <a:t>그 이후로 </a:t>
            </a:r>
            <a:r>
              <a:rPr lang="en-US" altLang="ko-KR" sz="1400" dirty="0"/>
              <a:t>: </a:t>
            </a:r>
            <a:r>
              <a:rPr lang="ko-KR" altLang="en-US" sz="1400" dirty="0"/>
              <a:t>카렌과 </a:t>
            </a:r>
            <a:r>
              <a:rPr lang="ko-KR" altLang="en-US" sz="1400" dirty="0" err="1"/>
              <a:t>대화시</a:t>
            </a:r>
            <a:r>
              <a:rPr lang="ko-KR" altLang="en-US" sz="1400" dirty="0"/>
              <a:t> 봉인시도 선택지 있음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봉인시도하지</a:t>
            </a:r>
            <a:r>
              <a:rPr lang="ko-KR" altLang="en-US" sz="1400" dirty="0"/>
              <a:t> 않으면 다음으로 진행</a:t>
            </a:r>
          </a:p>
          <a:p>
            <a:r>
              <a:rPr lang="ko-KR" altLang="en-US" sz="1400" dirty="0"/>
              <a:t>레드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검 발현하고 섬 중앙에 도착</a:t>
            </a:r>
            <a:r>
              <a:rPr lang="en-US" altLang="ko-KR" sz="1400" dirty="0"/>
              <a:t>, </a:t>
            </a:r>
            <a:r>
              <a:rPr lang="ko-KR" altLang="en-US" sz="1400" dirty="0"/>
              <a:t>보스 </a:t>
            </a:r>
            <a:r>
              <a:rPr lang="ko-KR" altLang="en-US" sz="1400" dirty="0" err="1"/>
              <a:t>아르케</a:t>
            </a:r>
            <a:endParaRPr lang="ko-KR" altLang="en-US" sz="1400" dirty="0"/>
          </a:p>
          <a:p>
            <a:r>
              <a:rPr lang="ko-KR" altLang="en-US" sz="1400" dirty="0"/>
              <a:t>그린 루트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레드루트를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보고난후에</a:t>
            </a:r>
            <a:r>
              <a:rPr lang="ko-KR" altLang="en-US" sz="1400" dirty="0"/>
              <a:t> 검을 발현시키지 않고 중앙에 도착한다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검 발현억제 </a:t>
            </a:r>
            <a:r>
              <a:rPr lang="en-US" altLang="ko-KR" sz="1400" dirty="0"/>
              <a:t>: </a:t>
            </a:r>
            <a:r>
              <a:rPr lang="ko-KR" altLang="en-US" sz="1400" dirty="0"/>
              <a:t>레벨이 </a:t>
            </a:r>
            <a:r>
              <a:rPr lang="ko-KR" altLang="en-US" sz="1400" dirty="0" err="1"/>
              <a:t>일정도달하면</a:t>
            </a:r>
            <a:r>
              <a:rPr lang="ko-KR" altLang="en-US" sz="1400" dirty="0"/>
              <a:t> 발현한다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검 </a:t>
            </a:r>
            <a:r>
              <a:rPr lang="ko-KR" altLang="en-US" sz="1400" dirty="0" err="1"/>
              <a:t>발현시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레드를 죽이고 </a:t>
            </a:r>
            <a:r>
              <a:rPr lang="ko-KR" altLang="en-US" sz="1400" dirty="0" err="1"/>
              <a:t>레드루트로</a:t>
            </a:r>
            <a:r>
              <a:rPr lang="ko-KR" altLang="en-US" sz="1400" dirty="0"/>
              <a:t> 진입</a:t>
            </a:r>
          </a:p>
          <a:p>
            <a:endParaRPr lang="ko-KR" altLang="en-US" sz="1400" dirty="0"/>
          </a:p>
          <a:p>
            <a:r>
              <a:rPr lang="ko-KR" altLang="en-US" sz="1400" dirty="0"/>
              <a:t>블루 루트 </a:t>
            </a:r>
            <a:r>
              <a:rPr lang="en-US" altLang="ko-KR" sz="1400" dirty="0"/>
              <a:t>- 1</a:t>
            </a:r>
            <a:r>
              <a:rPr lang="ko-KR" altLang="en-US" sz="1400" dirty="0" err="1"/>
              <a:t>회차</a:t>
            </a:r>
            <a:r>
              <a:rPr lang="ko-KR" altLang="en-US" sz="1400" dirty="0"/>
              <a:t> </a:t>
            </a:r>
            <a:r>
              <a:rPr lang="en-US" altLang="ko-KR" sz="1400" dirty="0"/>
              <a:t>or </a:t>
            </a:r>
            <a:r>
              <a:rPr lang="ko-KR" altLang="en-US" sz="1400" dirty="0"/>
              <a:t>레드</a:t>
            </a:r>
            <a:r>
              <a:rPr lang="en-US" altLang="ko-KR" sz="1400" dirty="0"/>
              <a:t>, </a:t>
            </a:r>
            <a:r>
              <a:rPr lang="ko-KR" altLang="en-US" sz="1400" dirty="0"/>
              <a:t>그린 루트가 </a:t>
            </a:r>
            <a:r>
              <a:rPr lang="ko-KR" altLang="en-US" sz="1400" dirty="0" err="1"/>
              <a:t>아닐때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함정에 빠지고 카렌과 싸운다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레드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블루루트 이후 중간에 난입하는 선택지에서 레드와 전투하고 카렌 대신 </a:t>
            </a:r>
            <a:r>
              <a:rPr lang="ko-KR" altLang="en-US" sz="1400" dirty="0" err="1"/>
              <a:t>아르케가</a:t>
            </a:r>
            <a:r>
              <a:rPr lang="ko-KR" altLang="en-US" sz="1400" dirty="0"/>
              <a:t> 등장한다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그린 루트 </a:t>
            </a:r>
            <a:r>
              <a:rPr lang="en-US" altLang="ko-KR" sz="1400" dirty="0"/>
              <a:t>- </a:t>
            </a:r>
            <a:r>
              <a:rPr lang="ko-KR" altLang="en-US" sz="1400" dirty="0"/>
              <a:t>블루루트 이후 최소한의 장소를 클리어하고 진입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저레벨</a:t>
            </a:r>
            <a:r>
              <a:rPr lang="ko-KR" altLang="en-US" sz="1400" dirty="0"/>
              <a:t> 상태</a:t>
            </a:r>
            <a:r>
              <a:rPr lang="en-US" altLang="ko-KR" sz="1400" dirty="0"/>
              <a:t>), </a:t>
            </a:r>
            <a:r>
              <a:rPr lang="ko-KR" altLang="en-US" sz="1400" dirty="0"/>
              <a:t>카렌의 서재에서 음모를 알아챔</a:t>
            </a:r>
            <a:r>
              <a:rPr lang="en-US" altLang="ko-KR" sz="1400" dirty="0"/>
              <a:t>, </a:t>
            </a:r>
            <a:r>
              <a:rPr lang="ko-KR" altLang="en-US" sz="1400" dirty="0"/>
              <a:t>카렌과 전투</a:t>
            </a:r>
            <a:r>
              <a:rPr lang="en-US" altLang="ko-KR" sz="1400" dirty="0"/>
              <a:t>. </a:t>
            </a:r>
            <a:r>
              <a:rPr lang="ko-KR" altLang="en-US" sz="1400" dirty="0"/>
              <a:t>레드 단독으로 카렌과 전투</a:t>
            </a:r>
            <a:r>
              <a:rPr lang="en-US" altLang="ko-KR" sz="1400" dirty="0"/>
              <a:t>, </a:t>
            </a:r>
            <a:r>
              <a:rPr lang="ko-KR" altLang="en-US" sz="1400" dirty="0"/>
              <a:t>그레이 단독으로 </a:t>
            </a:r>
            <a:r>
              <a:rPr lang="ko-KR" altLang="en-US" sz="1400" dirty="0" err="1"/>
              <a:t>아르케와</a:t>
            </a:r>
            <a:r>
              <a:rPr lang="ko-KR" altLang="en-US" sz="1400" dirty="0"/>
              <a:t> 전투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마검의</a:t>
            </a:r>
            <a:r>
              <a:rPr lang="ko-KR" altLang="en-US" sz="1400" dirty="0"/>
              <a:t> 각성정도에 따라 배경이 어두워진다</a:t>
            </a:r>
          </a:p>
          <a:p>
            <a:endParaRPr lang="ko-KR" altLang="en-US" sz="1400" dirty="0"/>
          </a:p>
          <a:p>
            <a:r>
              <a:rPr lang="ko-KR" altLang="en-US" sz="1400" dirty="0"/>
              <a:t>게임오버시에 </a:t>
            </a:r>
            <a:r>
              <a:rPr lang="ko-KR" altLang="en-US" sz="1400" dirty="0" err="1"/>
              <a:t>아르케가</a:t>
            </a:r>
            <a:r>
              <a:rPr lang="ko-KR" altLang="en-US" sz="1400" dirty="0"/>
              <a:t> 나온다</a:t>
            </a:r>
          </a:p>
        </p:txBody>
      </p:sp>
    </p:spTree>
    <p:extLst>
      <p:ext uri="{BB962C8B-B14F-4D97-AF65-F5344CB8AC3E}">
        <p14:creationId xmlns:p14="http://schemas.microsoft.com/office/powerpoint/2010/main" val="422566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3908</TotalTime>
  <Words>518</Words>
  <Application>Microsoft Office PowerPoint</Application>
  <PresentationFormat>와이드스크린</PresentationFormat>
  <Paragraphs>42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영범 이</dc:creator>
  <cp:lastModifiedBy>영범 이</cp:lastModifiedBy>
  <cp:revision>73</cp:revision>
  <dcterms:created xsi:type="dcterms:W3CDTF">2025-03-26T14:47:35Z</dcterms:created>
  <dcterms:modified xsi:type="dcterms:W3CDTF">2025-07-22T13:11:38Z</dcterms:modified>
</cp:coreProperties>
</file>