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81" r:id="rId3"/>
    <p:sldId id="279" r:id="rId4"/>
    <p:sldId id="278" r:id="rId5"/>
    <p:sldId id="28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2" d="100"/>
          <a:sy n="72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89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붕권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지면 내려찍기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날려차기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나이프를 던져 해당지점으로 순간이동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나이프 </a:t>
            </a:r>
            <a:r>
              <a:rPr lang="en-US" altLang="ko-KR" sz="1400" dirty="0"/>
              <a:t>3</a:t>
            </a:r>
            <a:r>
              <a:rPr lang="ko-KR" altLang="en-US" sz="1400" dirty="0"/>
              <a:t>개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52479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기본공격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대쉬공격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특수공격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바디블로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– </a:t>
            </a:r>
            <a:r>
              <a:rPr lang="ko-KR" altLang="en-US" sz="1400" dirty="0"/>
              <a:t>전진성이 강한 무릎차기 </a:t>
            </a:r>
            <a:r>
              <a:rPr lang="en-US" altLang="ko-KR" sz="1400" dirty="0"/>
              <a:t>(KOF </a:t>
            </a:r>
            <a:r>
              <a:rPr lang="ko-KR" altLang="en-US" sz="1400" dirty="0"/>
              <a:t>죠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/>
              <a:t>E – DPS</a:t>
            </a:r>
            <a:r>
              <a:rPr lang="ko-KR" altLang="en-US" sz="1400" dirty="0"/>
              <a:t>가 높은 </a:t>
            </a:r>
            <a:r>
              <a:rPr lang="ko-KR" altLang="en-US" sz="1400" dirty="0" err="1"/>
              <a:t>싸커킥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915892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D80B-BF46-1152-3732-881A7BE8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0D78FB7-BB8E-EE0F-7391-D7BC36CDE1D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검사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6B94C-683E-CB70-294B-8966B90378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강한 공격력과 지속력 </a:t>
            </a:r>
            <a:r>
              <a:rPr lang="en-US" altLang="ko-KR" sz="1400" dirty="0"/>
              <a:t>/ </a:t>
            </a:r>
            <a:r>
              <a:rPr lang="ko-KR" altLang="en-US" sz="1400" dirty="0"/>
              <a:t>대군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3</a:t>
            </a:r>
            <a:r>
              <a:rPr lang="ko-KR" altLang="en-US" sz="1400" dirty="0"/>
              <a:t>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강베기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횡베기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종베기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베어넘기기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r>
              <a:rPr lang="en-US" altLang="ko-KR" sz="1400" dirty="0"/>
              <a:t>2, </a:t>
            </a:r>
            <a:r>
              <a:rPr lang="ko-KR" altLang="en-US" sz="1400" dirty="0" err="1"/>
              <a:t>바운스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전진하며 </a:t>
            </a:r>
            <a:r>
              <a:rPr lang="en-US" altLang="ko-KR" sz="1400" dirty="0"/>
              <a:t>X </a:t>
            </a:r>
            <a:r>
              <a:rPr lang="ko-KR" altLang="en-US" sz="1400" dirty="0"/>
              <a:t>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중거리 검기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/>
              <a:t>품안에서 총 발사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3737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BFD-8892-C633-D3D9-FE746A8E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0906540-C197-E5F3-12B5-B1CFA9C1A12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396ED3-8776-68DB-98AB-77396F52F360}"/>
              </a:ext>
            </a:extLst>
          </p:cNvPr>
          <p:cNvSpPr txBox="1"/>
          <p:nvPr/>
        </p:nvSpPr>
        <p:spPr>
          <a:xfrm>
            <a:off x="551088" y="981323"/>
            <a:ext cx="11221811" cy="1989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보병형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주민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궁수형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궁수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타워형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 가드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눈사람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환수형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요새형 </a:t>
            </a:r>
            <a:r>
              <a:rPr lang="en-US" altLang="ko-KR" sz="1400" dirty="0"/>
              <a:t>– </a:t>
            </a:r>
            <a:r>
              <a:rPr lang="ko-KR" altLang="en-US" sz="1400" dirty="0"/>
              <a:t>경비 요새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설원 주민</a:t>
            </a:r>
            <a:r>
              <a:rPr lang="en-US" altLang="ko-KR" sz="1400" dirty="0"/>
              <a:t>, </a:t>
            </a:r>
            <a:r>
              <a:rPr lang="ko-KR" altLang="en-US" sz="1400" dirty="0"/>
              <a:t>설원 궁수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대장형 </a:t>
            </a:r>
            <a:r>
              <a:rPr lang="en-US" altLang="ko-KR" sz="1400" dirty="0"/>
              <a:t>– </a:t>
            </a:r>
            <a:r>
              <a:rPr lang="ko-KR" altLang="en-US" sz="1400" dirty="0"/>
              <a:t>스노우 </a:t>
            </a:r>
            <a:r>
              <a:rPr lang="ko-KR" altLang="en-US" sz="1400" dirty="0" err="1"/>
              <a:t>골렘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53642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09AF-1599-394C-203B-A740ACA1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7337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4514</TotalTime>
  <Words>228</Words>
  <Application>Microsoft Office PowerPoint</Application>
  <PresentationFormat>와이드스크린</PresentationFormat>
  <Paragraphs>49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영범 이</dc:creator>
  <cp:lastModifiedBy>mtd4</cp:lastModifiedBy>
  <cp:revision>80</cp:revision>
  <dcterms:created xsi:type="dcterms:W3CDTF">2025-03-26T14:47:35Z</dcterms:created>
  <dcterms:modified xsi:type="dcterms:W3CDTF">2026-02-04T04:27:21Z</dcterms:modified>
</cp:coreProperties>
</file>