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79" r:id="rId3"/>
    <p:sldId id="278" r:id="rId4"/>
    <p:sldId id="27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64381-7EFC-9D4A-46E5-184644F53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A999A6-0C69-BA17-63B8-3BBE3D4375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4FC27A-C86C-282F-043E-AB974DAAC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A39FFE-7815-B252-B585-FF1FD6D3C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479281-9254-ABDB-3E2C-B48752EDA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916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EC7D2-ADF7-78BF-C8D9-9F90421E7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E52E9A-6176-7EB1-F70C-E0F9463CD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104A4E-A134-AE8F-9964-427F2811A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4E7252-A1FA-0571-1C72-500283912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265EEA-D3EE-0256-7FDF-17DCB93B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23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42341-7641-7794-55FA-C7A071EDF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A1823D-AC44-04D3-E653-7DB8AADB8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C10E35-F9BE-C17F-DE9C-D4F457215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15B964-5F7D-D0A1-5438-29558A521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8B93AA-8EC6-D182-9E3E-8BE541969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164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A676D8-3A04-7B26-6C0D-6ABE1CB2F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B2723D-3E08-BD88-3EBA-B68DA762D0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CB835E-731D-1BCE-556F-31627AC23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F7D172-7B73-7E28-E6A3-F009D38D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7EB201-5AE3-6F70-64A5-632186A03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BAA298-1873-B955-DEB9-B693E3690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655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5C4EFC-10C3-B037-B523-002D77D18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11F408-C00A-EAB8-A26C-C142971A5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67E50E-D586-22AA-FE90-89F14D02F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B77167-7789-0BCF-35AB-6AEEDD0879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9EB15F-1C3B-4EBB-8BDE-5FDF154F5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DA9065-C571-A746-553F-6D64E4AF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9FB51B4-3968-782A-CA23-9CB6997CC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912603-9299-F2D4-4A24-2A40FE688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866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0495C6-1881-6053-85FC-7E3698232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A9FB50-CE8E-C7C4-56F1-48363FA2A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F99D57-DC70-A46A-F414-9BF208733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377CC9A-C92B-A472-DF76-5110C17E4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754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CFA7EDF-BF5C-3315-771A-A68EF01D6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2AB7DF-C5B2-2ADF-D737-07AA1B0B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DC431F-BCE0-82FA-7668-48690D39E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183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754B2-53D6-8429-B9CA-B432AC8A4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7D8552-2D5D-F76D-85BE-2BB05B225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662A6-D1C3-676A-A3C7-728A5E63F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009D53-FE68-8553-7424-0C283216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65BD23-77EE-DA84-82D7-9A191AB20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AB2196-8A61-8DCD-3E8B-1187F3F7F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322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5DFA0-AF61-BB9F-A54F-AC696AF8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D7A5D7-2DD9-3858-1EAB-F8E55FF021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2B5B0B-2033-156C-7298-3CA910912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B2D7DA-41D9-ADBF-7958-1FEB71010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5AC248-B1E7-87DF-687F-5B0D79C97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EDDDF0-DB2E-B269-FAC7-7884EE8BF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547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800E09-55E6-BA6E-7CBF-E46F0FE5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13950E-7EBB-BC14-CD47-EE529A9BA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330BB6-167E-0CD9-5ABB-52DEDB14C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415C18-48BC-4628-EFBC-412BF17EC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035766-FE9A-E832-5356-FDE66914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647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A5A588-2483-0F83-D899-940E0801F9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77138F-A241-7B83-4E38-F9C58941E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EF0218-6CA0-B22A-D987-6DB33D3C8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A283D9-9100-1270-7D0F-F7FD9386B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233C5-56B2-19CA-36A3-A2C04486D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267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4899AB1-7FE9-D1DE-D3E3-E96E3A40B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B6E7E0-9AEC-5DFB-7EAC-76E6A0D46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23A75E-1772-3D89-8E2F-F43729DAD5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F4243-01F6-402A-BD5A-4BF3AAF5FC46}" type="datetimeFigureOut">
              <a:rPr lang="ko-KR" altLang="en-US" smtClean="0"/>
              <a:t>2026-05-03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3704A7-0DB5-6B0A-4C01-2E3EB9CDB4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D475EE-9E08-55BA-2F75-38AE03230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4C6EA1-0958-42DD-8D9D-9A128547DE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887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0CE1-9CE4-419F-A878-8236AAC92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6C774B3-739A-50CF-AFC4-CBB369FC10AE}"/>
              </a:ext>
            </a:extLst>
          </p:cNvPr>
          <p:cNvSpPr txBox="1">
            <a:spLocks/>
          </p:cNvSpPr>
          <p:nvPr/>
        </p:nvSpPr>
        <p:spPr>
          <a:xfrm>
            <a:off x="130679" y="98679"/>
            <a:ext cx="10515600" cy="590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+mn-ea"/>
                <a:ea typeface="+mn-ea"/>
              </a:rPr>
              <a:t>캐릭터 </a:t>
            </a:r>
            <a:r>
              <a:rPr lang="en-US" altLang="ko-KR" sz="2800" b="1" dirty="0">
                <a:latin typeface="+mn-ea"/>
                <a:ea typeface="+mn-ea"/>
              </a:rPr>
              <a:t>- </a:t>
            </a:r>
            <a:r>
              <a:rPr lang="ko-KR" altLang="en-US" sz="2800" b="1" dirty="0">
                <a:latin typeface="+mn-ea"/>
                <a:ea typeface="+mn-ea"/>
              </a:rPr>
              <a:t>격투가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86E0C0-C6B9-F483-D05F-B0FE842BC77C}"/>
              </a:ext>
            </a:extLst>
          </p:cNvPr>
          <p:cNvSpPr txBox="1"/>
          <p:nvPr/>
        </p:nvSpPr>
        <p:spPr>
          <a:xfrm>
            <a:off x="551088" y="981323"/>
            <a:ext cx="11221811" cy="4251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빠른 기동성과 공격속도</a:t>
            </a:r>
            <a:r>
              <a:rPr lang="en-US" altLang="ko-KR" sz="1400" dirty="0"/>
              <a:t> / </a:t>
            </a:r>
            <a:r>
              <a:rPr lang="ko-KR" altLang="en-US" sz="1400" dirty="0"/>
              <a:t>단일 상대로 강함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액션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기본공격 </a:t>
            </a:r>
            <a:r>
              <a:rPr lang="en-US" altLang="ko-KR" sz="1400" dirty="0"/>
              <a:t>- </a:t>
            </a:r>
            <a:r>
              <a:rPr lang="ko-KR" altLang="en-US" sz="1400" dirty="0"/>
              <a:t>연속 </a:t>
            </a:r>
            <a:r>
              <a:rPr lang="en-US" altLang="ko-KR" sz="1400" dirty="0"/>
              <a:t>4</a:t>
            </a:r>
            <a:r>
              <a:rPr lang="ko-KR" altLang="en-US" sz="1400" dirty="0"/>
              <a:t>타 </a:t>
            </a:r>
            <a:r>
              <a:rPr lang="en-US" altLang="ko-KR" sz="1400" dirty="0"/>
              <a:t>(</a:t>
            </a:r>
            <a:r>
              <a:rPr lang="ko-KR" altLang="en-US" sz="1400" dirty="0"/>
              <a:t>던파 격투가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400" dirty="0" err="1"/>
              <a:t>대쉬공격</a:t>
            </a:r>
            <a:r>
              <a:rPr lang="ko-KR" altLang="en-US" sz="1400" dirty="0"/>
              <a:t> </a:t>
            </a:r>
            <a:r>
              <a:rPr lang="en-US" altLang="ko-KR" sz="1400" dirty="0"/>
              <a:t>– </a:t>
            </a:r>
            <a:r>
              <a:rPr lang="ko-KR" altLang="en-US" sz="1400" dirty="0"/>
              <a:t>돌려차기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특수공격 </a:t>
            </a:r>
            <a:r>
              <a:rPr lang="en-US" altLang="ko-KR" sz="1400" dirty="0"/>
              <a:t>– </a:t>
            </a:r>
            <a:r>
              <a:rPr lang="ko-KR" altLang="en-US" sz="1400" dirty="0" err="1"/>
              <a:t>바디블로</a:t>
            </a:r>
            <a:r>
              <a:rPr lang="ko-KR" altLang="en-US" sz="1400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/>
              <a:t>바닥에서 밀려남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400" dirty="0"/>
              <a:t>점프 </a:t>
            </a:r>
            <a:r>
              <a:rPr lang="ko-KR" altLang="en-US" sz="1400" dirty="0" err="1"/>
              <a:t>왼클릭</a:t>
            </a:r>
            <a:r>
              <a:rPr lang="ko-KR" altLang="en-US" sz="1400" dirty="0"/>
              <a:t> </a:t>
            </a:r>
            <a:r>
              <a:rPr lang="en-US" altLang="ko-KR" sz="1400" dirty="0"/>
              <a:t>– </a:t>
            </a:r>
            <a:r>
              <a:rPr lang="ko-KR" altLang="en-US" sz="1400" dirty="0"/>
              <a:t>발차기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점프 </a:t>
            </a:r>
            <a:r>
              <a:rPr lang="ko-KR" altLang="en-US" sz="1400" dirty="0" err="1"/>
              <a:t>우클릭</a:t>
            </a:r>
            <a:r>
              <a:rPr lang="ko-KR" altLang="en-US" sz="1400" dirty="0"/>
              <a:t> </a:t>
            </a:r>
            <a:r>
              <a:rPr lang="en-US" altLang="ko-KR" sz="1400" dirty="0"/>
              <a:t>– </a:t>
            </a:r>
            <a:r>
              <a:rPr lang="ko-KR" altLang="en-US" sz="1400" dirty="0" err="1"/>
              <a:t>공중밟기</a:t>
            </a:r>
            <a:r>
              <a:rPr lang="ko-KR" altLang="en-US" sz="1400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/>
              <a:t>적을 밟고 점프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400" dirty="0" err="1"/>
              <a:t>저스트가드</a:t>
            </a:r>
            <a:r>
              <a:rPr lang="ko-KR" altLang="en-US" sz="1400" dirty="0"/>
              <a:t> </a:t>
            </a:r>
            <a:r>
              <a:rPr lang="en-US" altLang="ko-KR" sz="1400" dirty="0"/>
              <a:t>– </a:t>
            </a:r>
            <a:r>
              <a:rPr lang="ko-KR" altLang="en-US" sz="1400" dirty="0"/>
              <a:t>펀치로 날려버리기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Q – </a:t>
            </a:r>
            <a:r>
              <a:rPr lang="ko-KR" altLang="en-US" sz="1400" dirty="0"/>
              <a:t>전진성이 강한 무릎차기 </a:t>
            </a:r>
            <a:r>
              <a:rPr lang="en-US" altLang="ko-KR" sz="1400" dirty="0"/>
              <a:t>(KOF </a:t>
            </a:r>
            <a:r>
              <a:rPr lang="ko-KR" altLang="en-US" sz="1400" dirty="0"/>
              <a:t>죠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E – </a:t>
            </a:r>
            <a:r>
              <a:rPr lang="ko-KR" altLang="en-US" sz="1400" dirty="0"/>
              <a:t>발로 </a:t>
            </a:r>
            <a:r>
              <a:rPr lang="en-US" altLang="ko-KR" sz="1400" dirty="0"/>
              <a:t>3</a:t>
            </a:r>
            <a:r>
              <a:rPr lang="ko-KR" altLang="en-US" sz="1400"/>
              <a:t>연타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R - </a:t>
            </a:r>
            <a:r>
              <a:rPr lang="ko-KR" altLang="en-US" sz="1400" dirty="0"/>
              <a:t>범위 내 무작위 적에게 이동 후 무작위 공격 </a:t>
            </a:r>
            <a:r>
              <a:rPr lang="en-US" altLang="ko-KR" sz="1400" dirty="0"/>
              <a:t>40</a:t>
            </a:r>
            <a:r>
              <a:rPr lang="ko-KR" altLang="en-US" sz="1400" dirty="0"/>
              <a:t>회를 반복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915892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FD80B-BF46-1152-3732-881A7BE8F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0D78FB7-BB8E-EE0F-7391-D7BC36CDE1D9}"/>
              </a:ext>
            </a:extLst>
          </p:cNvPr>
          <p:cNvSpPr txBox="1">
            <a:spLocks/>
          </p:cNvSpPr>
          <p:nvPr/>
        </p:nvSpPr>
        <p:spPr>
          <a:xfrm>
            <a:off x="130679" y="98679"/>
            <a:ext cx="10515600" cy="590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+mn-ea"/>
                <a:ea typeface="+mn-ea"/>
              </a:rPr>
              <a:t>캐릭터 </a:t>
            </a:r>
            <a:r>
              <a:rPr lang="en-US" altLang="ko-KR" sz="2800" b="1" dirty="0">
                <a:latin typeface="+mn-ea"/>
                <a:ea typeface="+mn-ea"/>
              </a:rPr>
              <a:t>- </a:t>
            </a:r>
            <a:r>
              <a:rPr lang="ko-KR" altLang="en-US" sz="2800" b="1" dirty="0">
                <a:latin typeface="+mn-ea"/>
                <a:ea typeface="+mn-ea"/>
              </a:rPr>
              <a:t>검사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D6B94C-683E-CB70-294B-8966B903787C}"/>
              </a:ext>
            </a:extLst>
          </p:cNvPr>
          <p:cNvSpPr txBox="1"/>
          <p:nvPr/>
        </p:nvSpPr>
        <p:spPr>
          <a:xfrm>
            <a:off x="551088" y="981323"/>
            <a:ext cx="11221811" cy="4251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강한 공격력과 지속력 </a:t>
            </a:r>
            <a:r>
              <a:rPr lang="en-US" altLang="ko-KR" sz="1400" dirty="0"/>
              <a:t>/ </a:t>
            </a:r>
            <a:r>
              <a:rPr lang="ko-KR" altLang="en-US" sz="1400" dirty="0"/>
              <a:t>대군 상대로 강함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액션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 err="1"/>
              <a:t>왼클릭</a:t>
            </a:r>
            <a:r>
              <a:rPr lang="ko-KR" altLang="en-US" sz="1400" dirty="0"/>
              <a:t> </a:t>
            </a:r>
            <a:r>
              <a:rPr lang="en-US" altLang="ko-KR" sz="1400" dirty="0"/>
              <a:t>- </a:t>
            </a:r>
            <a:r>
              <a:rPr lang="ko-KR" altLang="en-US" sz="1400" dirty="0"/>
              <a:t>연속 </a:t>
            </a:r>
            <a:r>
              <a:rPr lang="en-US" altLang="ko-KR" sz="1400" dirty="0"/>
              <a:t>3</a:t>
            </a:r>
            <a:r>
              <a:rPr lang="ko-KR" altLang="en-US" sz="1400" dirty="0"/>
              <a:t>타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 err="1"/>
              <a:t>전방대쉬</a:t>
            </a:r>
            <a:r>
              <a:rPr lang="ko-KR" altLang="en-US" sz="1400" dirty="0"/>
              <a:t> </a:t>
            </a:r>
            <a:r>
              <a:rPr lang="en-US" altLang="ko-KR" sz="1400" dirty="0"/>
              <a:t>- </a:t>
            </a:r>
            <a:r>
              <a:rPr lang="ko-KR" altLang="en-US" sz="1400" dirty="0" err="1"/>
              <a:t>강베기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 err="1"/>
              <a:t>사이드대쉬</a:t>
            </a:r>
            <a:r>
              <a:rPr lang="ko-KR" altLang="en-US" sz="1400" dirty="0"/>
              <a:t> </a:t>
            </a:r>
            <a:r>
              <a:rPr lang="en-US" altLang="ko-KR" sz="1400" dirty="0"/>
              <a:t>- </a:t>
            </a:r>
            <a:r>
              <a:rPr lang="ko-KR" altLang="en-US" sz="1400" dirty="0" err="1"/>
              <a:t>횡베기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 err="1"/>
              <a:t>후방대쉬</a:t>
            </a:r>
            <a:r>
              <a:rPr lang="ko-KR" altLang="en-US" sz="1400" dirty="0"/>
              <a:t> </a:t>
            </a:r>
            <a:r>
              <a:rPr lang="en-US" altLang="ko-KR" sz="1400" dirty="0"/>
              <a:t>- </a:t>
            </a:r>
            <a:r>
              <a:rPr lang="ko-KR" altLang="en-US" sz="1400" dirty="0" err="1"/>
              <a:t>종베기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 err="1"/>
              <a:t>우클릭</a:t>
            </a:r>
            <a:r>
              <a:rPr lang="ko-KR" altLang="en-US" sz="1400" dirty="0"/>
              <a:t> </a:t>
            </a:r>
            <a:r>
              <a:rPr lang="en-US" altLang="ko-KR" sz="1400" dirty="0"/>
              <a:t>- </a:t>
            </a:r>
            <a:r>
              <a:rPr lang="ko-KR" altLang="en-US" sz="1400" dirty="0" err="1"/>
              <a:t>베어넘기기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점프 </a:t>
            </a:r>
            <a:r>
              <a:rPr lang="ko-KR" altLang="en-US" sz="1400" dirty="0" err="1"/>
              <a:t>왼클릭</a:t>
            </a:r>
            <a:r>
              <a:rPr lang="ko-KR" altLang="en-US" sz="1400" dirty="0"/>
              <a:t> </a:t>
            </a:r>
            <a:r>
              <a:rPr lang="en-US" altLang="ko-KR" sz="1400" dirty="0"/>
              <a:t>- </a:t>
            </a:r>
            <a:r>
              <a:rPr lang="ko-KR" altLang="en-US" sz="1400" dirty="0" err="1"/>
              <a:t>공중베기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점프 </a:t>
            </a:r>
            <a:r>
              <a:rPr lang="ko-KR" altLang="en-US" sz="1400" dirty="0" err="1"/>
              <a:t>우클릭</a:t>
            </a:r>
            <a:r>
              <a:rPr lang="ko-KR" altLang="en-US" sz="1400" dirty="0"/>
              <a:t> </a:t>
            </a:r>
            <a:r>
              <a:rPr lang="en-US" altLang="ko-KR" sz="1400" dirty="0"/>
              <a:t>- </a:t>
            </a:r>
            <a:r>
              <a:rPr lang="ko-KR" altLang="en-US" sz="1400" dirty="0" err="1"/>
              <a:t>공중베기</a:t>
            </a:r>
            <a:r>
              <a:rPr lang="en-US" altLang="ko-KR" sz="1400" dirty="0"/>
              <a:t>2, </a:t>
            </a:r>
            <a:r>
              <a:rPr lang="ko-KR" altLang="en-US" sz="1400" dirty="0" err="1"/>
              <a:t>바운스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Q - </a:t>
            </a:r>
            <a:r>
              <a:rPr lang="ko-KR" altLang="en-US" sz="1400" dirty="0"/>
              <a:t>전진하며 </a:t>
            </a:r>
            <a:r>
              <a:rPr lang="en-US" altLang="ko-KR" sz="1400" dirty="0"/>
              <a:t>X </a:t>
            </a:r>
            <a:r>
              <a:rPr lang="ko-KR" altLang="en-US" sz="1400" dirty="0"/>
              <a:t>베기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E - </a:t>
            </a:r>
            <a:r>
              <a:rPr lang="ko-KR" altLang="en-US" sz="1400" dirty="0"/>
              <a:t>중거리 검기 발사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R - </a:t>
            </a:r>
            <a:r>
              <a:rPr lang="ko-KR" altLang="en-US" sz="1400"/>
              <a:t>품안에서 총 발사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13737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E0BFD-8892-C633-D3D9-FE746A8E6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0906540-C197-E5F3-12B5-B1CFA9C1A129}"/>
              </a:ext>
            </a:extLst>
          </p:cNvPr>
          <p:cNvSpPr txBox="1">
            <a:spLocks/>
          </p:cNvSpPr>
          <p:nvPr/>
        </p:nvSpPr>
        <p:spPr>
          <a:xfrm>
            <a:off x="130679" y="98679"/>
            <a:ext cx="10515600" cy="590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+mn-ea"/>
                <a:ea typeface="+mn-ea"/>
              </a:rPr>
              <a:t>적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396ED3-8776-68DB-98AB-77396F52F360}"/>
              </a:ext>
            </a:extLst>
          </p:cNvPr>
          <p:cNvSpPr txBox="1"/>
          <p:nvPr/>
        </p:nvSpPr>
        <p:spPr>
          <a:xfrm>
            <a:off x="551088" y="981323"/>
            <a:ext cx="11221811" cy="1989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보병형 </a:t>
            </a:r>
            <a:r>
              <a:rPr lang="en-US" altLang="ko-KR" sz="1400" dirty="0"/>
              <a:t>– </a:t>
            </a:r>
            <a:r>
              <a:rPr lang="ko-KR" altLang="en-US" sz="1400" dirty="0"/>
              <a:t>설원 주민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궁수형 </a:t>
            </a:r>
            <a:r>
              <a:rPr lang="en-US" altLang="ko-KR" sz="1400" dirty="0"/>
              <a:t>– </a:t>
            </a:r>
            <a:r>
              <a:rPr lang="ko-KR" altLang="en-US" sz="1400" dirty="0"/>
              <a:t>설원 궁수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타워형 </a:t>
            </a:r>
            <a:r>
              <a:rPr lang="en-US" altLang="ko-KR" sz="1400" dirty="0"/>
              <a:t>– </a:t>
            </a:r>
            <a:r>
              <a:rPr lang="ko-KR" altLang="en-US" sz="1400" dirty="0"/>
              <a:t>눈사람 가드 </a:t>
            </a:r>
            <a:r>
              <a:rPr lang="en-US" altLang="ko-KR" sz="1400" dirty="0"/>
              <a:t>(</a:t>
            </a:r>
            <a:r>
              <a:rPr lang="ko-KR" altLang="en-US" sz="1400" dirty="0"/>
              <a:t>소환 </a:t>
            </a:r>
            <a:r>
              <a:rPr lang="en-US" altLang="ko-KR" sz="1400" dirty="0"/>
              <a:t>: </a:t>
            </a:r>
            <a:r>
              <a:rPr lang="ko-KR" altLang="en-US" sz="1400" dirty="0"/>
              <a:t>눈사람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400" dirty="0"/>
              <a:t>환수형 </a:t>
            </a:r>
            <a:r>
              <a:rPr lang="en-US" altLang="ko-KR" sz="1400" dirty="0"/>
              <a:t>– </a:t>
            </a:r>
            <a:r>
              <a:rPr lang="ko-KR" altLang="en-US" sz="1400" dirty="0"/>
              <a:t>눈사람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요새형 </a:t>
            </a:r>
            <a:r>
              <a:rPr lang="en-US" altLang="ko-KR" sz="1400" dirty="0"/>
              <a:t>– </a:t>
            </a:r>
            <a:r>
              <a:rPr lang="ko-KR" altLang="en-US" sz="1400" dirty="0"/>
              <a:t>경비 요새 </a:t>
            </a:r>
            <a:r>
              <a:rPr lang="en-US" altLang="ko-KR" sz="1400" dirty="0"/>
              <a:t>(</a:t>
            </a:r>
            <a:r>
              <a:rPr lang="ko-KR" altLang="en-US" sz="1400" dirty="0"/>
              <a:t>소환 </a:t>
            </a:r>
            <a:r>
              <a:rPr lang="en-US" altLang="ko-KR" sz="1400" dirty="0"/>
              <a:t>: </a:t>
            </a:r>
            <a:r>
              <a:rPr lang="ko-KR" altLang="en-US" sz="1400" dirty="0"/>
              <a:t>설원 주민</a:t>
            </a:r>
            <a:r>
              <a:rPr lang="en-US" altLang="ko-KR" sz="1400" dirty="0"/>
              <a:t>, </a:t>
            </a:r>
            <a:r>
              <a:rPr lang="ko-KR" altLang="en-US" sz="1400" dirty="0"/>
              <a:t>설원 궁수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400" dirty="0"/>
              <a:t>대장형 </a:t>
            </a:r>
            <a:r>
              <a:rPr lang="en-US" altLang="ko-KR" sz="1400" dirty="0"/>
              <a:t>– </a:t>
            </a:r>
            <a:r>
              <a:rPr lang="ko-KR" altLang="en-US" sz="1400" dirty="0"/>
              <a:t>스노우 </a:t>
            </a:r>
            <a:r>
              <a:rPr lang="ko-KR" altLang="en-US" sz="1400" dirty="0" err="1"/>
              <a:t>골렘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753642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0CE1-9CE4-419F-A878-8236AAC92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6C774B3-739A-50CF-AFC4-CBB369FC10AE}"/>
              </a:ext>
            </a:extLst>
          </p:cNvPr>
          <p:cNvSpPr txBox="1">
            <a:spLocks/>
          </p:cNvSpPr>
          <p:nvPr/>
        </p:nvSpPr>
        <p:spPr>
          <a:xfrm>
            <a:off x="130679" y="98679"/>
            <a:ext cx="10515600" cy="590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2800" b="1" dirty="0">
                <a:latin typeface="+mn-ea"/>
                <a:ea typeface="+mn-ea"/>
              </a:rPr>
              <a:t>캐릭터 </a:t>
            </a:r>
            <a:r>
              <a:rPr lang="en-US" altLang="ko-KR" sz="2800" b="1" dirty="0">
                <a:latin typeface="+mn-ea"/>
                <a:ea typeface="+mn-ea"/>
              </a:rPr>
              <a:t>- </a:t>
            </a:r>
            <a:r>
              <a:rPr lang="ko-KR" altLang="en-US" sz="2800" b="1" dirty="0">
                <a:latin typeface="+mn-ea"/>
                <a:ea typeface="+mn-ea"/>
              </a:rPr>
              <a:t>격투가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86E0C0-C6B9-F483-D05F-B0FE842BC77C}"/>
              </a:ext>
            </a:extLst>
          </p:cNvPr>
          <p:cNvSpPr txBox="1"/>
          <p:nvPr/>
        </p:nvSpPr>
        <p:spPr>
          <a:xfrm>
            <a:off x="551088" y="981323"/>
            <a:ext cx="11221811" cy="4898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빠른 기동성과 공격속도</a:t>
            </a:r>
            <a:r>
              <a:rPr lang="en-US" altLang="ko-KR" sz="1400" dirty="0"/>
              <a:t> / </a:t>
            </a:r>
            <a:r>
              <a:rPr lang="ko-KR" altLang="en-US" sz="1400" dirty="0"/>
              <a:t>단일 상대로 강함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액션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 err="1"/>
              <a:t>왼클릭</a:t>
            </a:r>
            <a:r>
              <a:rPr lang="ko-KR" altLang="en-US" sz="1400" dirty="0"/>
              <a:t> </a:t>
            </a:r>
            <a:r>
              <a:rPr lang="en-US" altLang="ko-KR" sz="1400" dirty="0"/>
              <a:t>- </a:t>
            </a:r>
            <a:r>
              <a:rPr lang="ko-KR" altLang="en-US" sz="1400" dirty="0"/>
              <a:t>연속 </a:t>
            </a:r>
            <a:r>
              <a:rPr lang="en-US" altLang="ko-KR" sz="1400" dirty="0"/>
              <a:t>4</a:t>
            </a:r>
            <a:r>
              <a:rPr lang="ko-KR" altLang="en-US" sz="1400" dirty="0"/>
              <a:t>타 </a:t>
            </a:r>
            <a:r>
              <a:rPr lang="en-US" altLang="ko-KR" sz="1400" dirty="0"/>
              <a:t>(</a:t>
            </a:r>
            <a:r>
              <a:rPr lang="ko-KR" altLang="en-US" sz="1400" dirty="0"/>
              <a:t>던파 격투가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400" dirty="0" err="1"/>
              <a:t>전방대쉬</a:t>
            </a:r>
            <a:r>
              <a:rPr lang="ko-KR" altLang="en-US" sz="1400" dirty="0"/>
              <a:t> </a:t>
            </a:r>
            <a:r>
              <a:rPr lang="en-US" altLang="ko-KR" sz="1400" dirty="0"/>
              <a:t>- </a:t>
            </a:r>
            <a:r>
              <a:rPr lang="ko-KR" altLang="en-US" sz="1400" dirty="0" err="1"/>
              <a:t>붕권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 err="1"/>
              <a:t>사이드대쉬</a:t>
            </a:r>
            <a:r>
              <a:rPr lang="ko-KR" altLang="en-US" sz="1400" dirty="0"/>
              <a:t> </a:t>
            </a:r>
            <a:r>
              <a:rPr lang="en-US" altLang="ko-KR" sz="1400" dirty="0"/>
              <a:t>- </a:t>
            </a:r>
            <a:r>
              <a:rPr lang="ko-KR" altLang="en-US" sz="1400" dirty="0"/>
              <a:t>돌려차기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 err="1"/>
              <a:t>후방대쉬</a:t>
            </a:r>
            <a:r>
              <a:rPr lang="ko-KR" altLang="en-US" sz="1400" dirty="0"/>
              <a:t> </a:t>
            </a:r>
            <a:r>
              <a:rPr lang="en-US" altLang="ko-KR" sz="1400" dirty="0"/>
              <a:t>- </a:t>
            </a:r>
            <a:r>
              <a:rPr lang="ko-KR" altLang="en-US" sz="1400" dirty="0"/>
              <a:t>지면 내려찍기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 err="1"/>
              <a:t>우클릭</a:t>
            </a:r>
            <a:r>
              <a:rPr lang="ko-KR" altLang="en-US" sz="1400" dirty="0"/>
              <a:t> </a:t>
            </a:r>
            <a:r>
              <a:rPr lang="en-US" altLang="ko-KR" sz="1400" dirty="0"/>
              <a:t>- </a:t>
            </a:r>
            <a:r>
              <a:rPr lang="ko-KR" altLang="en-US" sz="1400" dirty="0" err="1"/>
              <a:t>날려차기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점프 </a:t>
            </a:r>
            <a:r>
              <a:rPr lang="ko-KR" altLang="en-US" sz="1400" dirty="0" err="1"/>
              <a:t>왼클릭</a:t>
            </a:r>
            <a:r>
              <a:rPr lang="ko-KR" altLang="en-US" sz="1400" dirty="0"/>
              <a:t> </a:t>
            </a:r>
            <a:r>
              <a:rPr lang="en-US" altLang="ko-KR" sz="1400" dirty="0"/>
              <a:t>- </a:t>
            </a:r>
            <a:r>
              <a:rPr lang="ko-KR" altLang="en-US" sz="1400" dirty="0"/>
              <a:t>발차기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점프 </a:t>
            </a:r>
            <a:r>
              <a:rPr lang="ko-KR" altLang="en-US" sz="1400" dirty="0" err="1"/>
              <a:t>우클릭</a:t>
            </a:r>
            <a:r>
              <a:rPr lang="ko-KR" altLang="en-US" sz="1400" dirty="0"/>
              <a:t> </a:t>
            </a:r>
            <a:r>
              <a:rPr lang="en-US" altLang="ko-KR" sz="1400" dirty="0"/>
              <a:t>- </a:t>
            </a:r>
            <a:r>
              <a:rPr lang="ko-KR" altLang="en-US" sz="1400" dirty="0" err="1"/>
              <a:t>공중밟기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 err="1"/>
              <a:t>저스트가드</a:t>
            </a:r>
            <a:r>
              <a:rPr lang="ko-KR" altLang="en-US" sz="1400" dirty="0"/>
              <a:t> </a:t>
            </a:r>
            <a:r>
              <a:rPr lang="en-US" altLang="ko-KR" sz="1400" dirty="0"/>
              <a:t>- </a:t>
            </a:r>
            <a:r>
              <a:rPr lang="ko-KR" altLang="en-US" sz="1400" dirty="0"/>
              <a:t>펀치로 날려버리기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Q - </a:t>
            </a:r>
            <a:r>
              <a:rPr lang="ko-KR" altLang="en-US" sz="1400" dirty="0"/>
              <a:t>나이프를 던져 해당지점으로 순간이동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E - </a:t>
            </a:r>
            <a:r>
              <a:rPr lang="ko-KR" altLang="en-US" sz="1400" dirty="0"/>
              <a:t>나이프 </a:t>
            </a:r>
            <a:r>
              <a:rPr lang="en-US" altLang="ko-KR" sz="1400" dirty="0"/>
              <a:t>3</a:t>
            </a:r>
            <a:r>
              <a:rPr lang="ko-KR" altLang="en-US" sz="1400" dirty="0"/>
              <a:t>개 발사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R - </a:t>
            </a:r>
            <a:r>
              <a:rPr lang="ko-KR" altLang="en-US" sz="1400" dirty="0"/>
              <a:t>범위 내 무작위 적에게 이동 후 무작위 공격 </a:t>
            </a:r>
            <a:r>
              <a:rPr lang="en-US" altLang="ko-KR" sz="1400" dirty="0"/>
              <a:t>40</a:t>
            </a:r>
            <a:r>
              <a:rPr lang="ko-KR" altLang="en-US" sz="1400" dirty="0"/>
              <a:t>회를 반복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524793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4662</TotalTime>
  <Words>236</Words>
  <Application>Microsoft Office PowerPoint</Application>
  <PresentationFormat>와이드스크린</PresentationFormat>
  <Paragraphs>49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영범 이</dc:creator>
  <cp:lastModifiedBy>영범 이</cp:lastModifiedBy>
  <cp:revision>83</cp:revision>
  <dcterms:created xsi:type="dcterms:W3CDTF">2025-03-26T14:47:35Z</dcterms:created>
  <dcterms:modified xsi:type="dcterms:W3CDTF">2026-05-03T10:34:58Z</dcterms:modified>
</cp:coreProperties>
</file>