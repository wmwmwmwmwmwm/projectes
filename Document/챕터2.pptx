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64381-7EFC-9D4A-46E5-184644F53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999A6-0C69-BA17-63B8-3BBE3D437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4FC27A-C86C-282F-043E-AB974DAAC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A39FFE-7815-B252-B585-FF1FD6D3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479281-9254-ABDB-3E2C-B48752ED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1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EC7D2-ADF7-78BF-C8D9-9F90421E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52E9A-6176-7EB1-F70C-E0F9463CD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104A4E-A134-AE8F-9964-427F2811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E7252-A1FA-0571-1C72-50028391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265EEA-D3EE-0256-7FDF-17DCB93B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23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42341-7641-7794-55FA-C7A071ED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A1823D-AC44-04D3-E653-7DB8AADB8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10E35-F9BE-C17F-DE9C-D4F45721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15B964-5F7D-D0A1-5438-29558A52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8B93AA-8EC6-D182-9E3E-8BE54196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16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676D8-3A04-7B26-6C0D-6ABE1CB2F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2723D-3E08-BD88-3EBA-B68DA762D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CB835E-731D-1BCE-556F-31627AC23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F7D172-7B73-7E28-E6A3-F009D38D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7EB201-5AE3-6F70-64A5-632186A0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BAA298-1873-B955-DEB9-B693E369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55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C4EFC-10C3-B037-B523-002D77D1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11F408-C00A-EAB8-A26C-C142971A5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67E50E-D586-22AA-FE90-89F14D02F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B77167-7789-0BCF-35AB-6AEEDD087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9EB15F-1C3B-4EBB-8BDE-5FDF154F5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DA9065-C571-A746-553F-6D64E4AF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FB51B4-3968-782A-CA23-9CB6997C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912603-9299-F2D4-4A24-2A40FE68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6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495C6-1881-6053-85FC-7E369823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A9FB50-CE8E-C7C4-56F1-48363FA2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99D57-DC70-A46A-F414-9BF20873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77CC9A-C92B-A472-DF76-5110C17E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75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FA7EDF-BF5C-3315-771A-A68EF01D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2AB7DF-C5B2-2ADF-D737-07AA1B0B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DC431F-BCE0-82FA-7668-48690D39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18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754B2-53D6-8429-B9CA-B432AC8A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D8552-2D5D-F76D-85BE-2BB05B225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662A6-D1C3-676A-A3C7-728A5E63F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009D53-FE68-8553-7424-0C283216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65BD23-77EE-DA84-82D7-9A191AB2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AB2196-8A61-8DCD-3E8B-1187F3F7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32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5DFA0-AF61-BB9F-A54F-AC696AF8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D7A5D7-2DD9-3858-1EAB-F8E55FF02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2B5B0B-2033-156C-7298-3CA910912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2D7DA-41D9-ADBF-7958-1FEB7101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5AC248-B1E7-87DF-687F-5B0D79C9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EDDDF0-DB2E-B269-FAC7-7884EE8B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54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00E09-55E6-BA6E-7CBF-E46F0FE5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13950E-7EBB-BC14-CD47-EE529A9BA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30BB6-167E-0CD9-5ABB-52DEDB14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15C18-48BC-4628-EFBC-412BF17E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35766-FE9A-E832-5356-FDE66914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64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A5A588-2483-0F83-D899-940E0801F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77138F-A241-7B83-4E38-F9C58941E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EF0218-6CA0-B22A-D987-6DB33D3C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A283D9-9100-1270-7D0F-F7FD9386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233C5-56B2-19CA-36A3-A2C04486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26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899AB1-7FE9-D1DE-D3E3-E96E3A40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B6E7E0-9AEC-5DFB-7EAC-76E6A0D46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3A75E-1772-3D89-8E2F-F43729DAD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F4243-01F6-402A-BD5A-4BF3AAF5FC46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3704A7-0DB5-6B0A-4C01-2E3EB9CDB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475EE-9E08-55BA-2F75-38AE03230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88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91A7-7594-E890-D58E-25F14DC7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0D97F0E-E21A-03FA-E719-6C0AEA56BBB8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캐릭터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B11525-5C3A-90AB-BBF8-827A40A85823}"/>
              </a:ext>
            </a:extLst>
          </p:cNvPr>
          <p:cNvSpPr txBox="1"/>
          <p:nvPr/>
        </p:nvSpPr>
        <p:spPr>
          <a:xfrm>
            <a:off x="551088" y="981323"/>
            <a:ext cx="1122181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등장인물 </a:t>
            </a:r>
            <a:r>
              <a:rPr lang="en-US" altLang="ko-KR" sz="1400" dirty="0"/>
              <a:t>: </a:t>
            </a:r>
            <a:r>
              <a:rPr lang="ko-KR" altLang="en-US" sz="1400" dirty="0"/>
              <a:t>주인공</a:t>
            </a:r>
            <a:r>
              <a:rPr lang="en-US" altLang="ko-KR" sz="1400" dirty="0"/>
              <a:t>, </a:t>
            </a:r>
            <a:r>
              <a:rPr lang="ko-KR" altLang="en-US" sz="1400" dirty="0"/>
              <a:t>주인공친구</a:t>
            </a:r>
            <a:r>
              <a:rPr lang="en-US" altLang="ko-KR" sz="1400" dirty="0"/>
              <a:t>, </a:t>
            </a:r>
            <a:r>
              <a:rPr lang="ko-KR" altLang="en-US" sz="1400" dirty="0"/>
              <a:t>마법사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길드장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길드장친구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/>
              <a:t>주인공 </a:t>
            </a:r>
            <a:r>
              <a:rPr lang="en-US" altLang="ko-KR" sz="1400" dirty="0"/>
              <a:t>: </a:t>
            </a:r>
            <a:r>
              <a:rPr lang="ko-KR" altLang="en-US" sz="1400" dirty="0"/>
              <a:t>주인공친구의 추천을 받아 레지스탕스에 들어간다</a:t>
            </a:r>
            <a:r>
              <a:rPr lang="en-US" altLang="ko-KR" sz="1400" dirty="0"/>
              <a:t>. </a:t>
            </a:r>
            <a:r>
              <a:rPr lang="ko-KR" altLang="en-US" sz="1400" dirty="0"/>
              <a:t>주인공친구와 죽마고우</a:t>
            </a:r>
            <a:r>
              <a:rPr lang="en-US" altLang="ko-KR" sz="1400" dirty="0"/>
              <a:t>. </a:t>
            </a:r>
            <a:r>
              <a:rPr lang="ko-KR" altLang="en-US" sz="1400" dirty="0"/>
              <a:t>길드장은 </a:t>
            </a:r>
            <a:r>
              <a:rPr lang="ko-KR" altLang="en-US" sz="1400" dirty="0" err="1"/>
              <a:t>신용하고있지만</a:t>
            </a:r>
            <a:r>
              <a:rPr lang="ko-KR" altLang="en-US" sz="1400" dirty="0"/>
              <a:t> 주인공친구처럼 </a:t>
            </a:r>
            <a:r>
              <a:rPr lang="ko-KR" altLang="en-US" sz="1400" dirty="0" err="1"/>
              <a:t>경외하고있지는</a:t>
            </a:r>
            <a:r>
              <a:rPr lang="ko-KR" altLang="en-US" sz="1400" dirty="0"/>
              <a:t> 않고 직장상사같이 대한다</a:t>
            </a:r>
            <a:r>
              <a:rPr lang="en-US" altLang="ko-KR" sz="1400" dirty="0"/>
              <a:t>. </a:t>
            </a:r>
            <a:r>
              <a:rPr lang="ko-KR" altLang="en-US" sz="1400" dirty="0"/>
              <a:t>추진력이 있으며 감정을 표현하는 것을 참지 않는다</a:t>
            </a:r>
            <a:r>
              <a:rPr lang="en-US" altLang="ko-KR" sz="1400" dirty="0"/>
              <a:t>. </a:t>
            </a:r>
            <a:r>
              <a:rPr lang="ko-KR" altLang="en-US" sz="1400" dirty="0"/>
              <a:t>성격이 급하며 털털한 편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주인공친구 </a:t>
            </a:r>
            <a:r>
              <a:rPr lang="en-US" altLang="ko-KR" sz="1400" dirty="0"/>
              <a:t>: </a:t>
            </a:r>
            <a:r>
              <a:rPr lang="ko-KR" altLang="en-US" sz="1400" dirty="0"/>
              <a:t>길드장의 </a:t>
            </a:r>
            <a:r>
              <a:rPr lang="ko-KR" altLang="en-US" sz="1400" dirty="0" err="1"/>
              <a:t>카리스마있는</a:t>
            </a:r>
            <a:r>
              <a:rPr lang="ko-KR" altLang="en-US" sz="1400" dirty="0"/>
              <a:t> 모습에 이끌려 잘 따른다</a:t>
            </a:r>
            <a:r>
              <a:rPr lang="en-US" altLang="ko-KR" sz="1400" dirty="0"/>
              <a:t>. </a:t>
            </a:r>
            <a:r>
              <a:rPr lang="ko-KR" altLang="en-US" sz="1400" dirty="0"/>
              <a:t>덜렁대고 과하게 낙천적인 성격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레지스탕스 리더 </a:t>
            </a:r>
            <a:r>
              <a:rPr lang="en-US" altLang="ko-KR" sz="1400" dirty="0"/>
              <a:t>: </a:t>
            </a:r>
            <a:r>
              <a:rPr lang="ko-KR" altLang="en-US" sz="1400" dirty="0"/>
              <a:t>철저한 악인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베프가</a:t>
            </a:r>
            <a:r>
              <a:rPr lang="ko-KR" altLang="en-US" sz="1400" dirty="0"/>
              <a:t> 협박에 굴하지 </a:t>
            </a:r>
            <a:r>
              <a:rPr lang="ko-KR" altLang="en-US" sz="1400" dirty="0" err="1"/>
              <a:t>않을만큼</a:t>
            </a:r>
            <a:r>
              <a:rPr lang="ko-KR" altLang="en-US" sz="1400" dirty="0"/>
              <a:t> 긍정적이고 적극적인 성격에 이끌려 </a:t>
            </a:r>
            <a:r>
              <a:rPr lang="ko-KR" altLang="en-US" sz="1400" dirty="0" err="1"/>
              <a:t>베프를</a:t>
            </a:r>
            <a:r>
              <a:rPr lang="ko-KR" altLang="en-US" sz="1400" dirty="0"/>
              <a:t> 아껴준다</a:t>
            </a:r>
            <a:r>
              <a:rPr lang="en-US" altLang="ko-KR" sz="1400" dirty="0"/>
              <a:t>. </a:t>
            </a:r>
            <a:r>
              <a:rPr lang="ko-KR" altLang="en-US" sz="1400" dirty="0"/>
              <a:t>힘든 어린시절을 보내왔고 하루하루 생존의 위협을 받기 때문에 모두를 의심하며 음흉하고 매정한 결단도 </a:t>
            </a:r>
            <a:r>
              <a:rPr lang="ko-KR" altLang="en-US" sz="1400" dirty="0" err="1"/>
              <a:t>서슴치</a:t>
            </a:r>
            <a:r>
              <a:rPr lang="ko-KR" altLang="en-US" sz="1400" dirty="0"/>
              <a:t> 않는다</a:t>
            </a:r>
            <a:r>
              <a:rPr lang="en-US" altLang="ko-KR" sz="1400" dirty="0"/>
              <a:t>. </a:t>
            </a:r>
            <a:r>
              <a:rPr lang="ko-KR" altLang="en-US" sz="1400" dirty="0"/>
              <a:t>주인공들에게 엄하게 대한다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레지스탕스 리더 친구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베프</a:t>
            </a:r>
            <a:r>
              <a:rPr lang="en-US" altLang="ko-KR" sz="1400" dirty="0"/>
              <a:t>) : </a:t>
            </a:r>
            <a:r>
              <a:rPr lang="ko-KR" altLang="en-US" sz="1400" dirty="0"/>
              <a:t>마법사를 이길수 있다는 절대적인 의지가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레지스탕스의 행동대장</a:t>
            </a:r>
            <a:r>
              <a:rPr lang="en-US" altLang="ko-KR" sz="1400" dirty="0"/>
              <a:t>. </a:t>
            </a:r>
            <a:r>
              <a:rPr lang="ko-KR" altLang="en-US" sz="1400" dirty="0"/>
              <a:t>호쾌하고 방탕한 전사 스타일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마법사 </a:t>
            </a:r>
            <a:r>
              <a:rPr lang="en-US" altLang="ko-KR" sz="1400" dirty="0"/>
              <a:t>: </a:t>
            </a:r>
            <a:r>
              <a:rPr lang="ko-KR" altLang="en-US" sz="1400" dirty="0"/>
              <a:t>레지스탕스의 주적</a:t>
            </a:r>
            <a:r>
              <a:rPr lang="en-US" altLang="ko-KR" sz="1400" dirty="0"/>
              <a:t>, </a:t>
            </a:r>
            <a:r>
              <a:rPr lang="ko-KR" altLang="en-US" sz="1400" dirty="0"/>
              <a:t>사람들을 노예처럼 착취해서 자신의 배를 불린다</a:t>
            </a:r>
            <a:r>
              <a:rPr lang="en-US" altLang="ko-KR" sz="1400" dirty="0"/>
              <a:t>. </a:t>
            </a:r>
            <a:r>
              <a:rPr lang="ko-KR" altLang="en-US" sz="1400" dirty="0"/>
              <a:t>죽음을 소생시키는 능력이 있다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사람들을 </a:t>
            </a:r>
            <a:r>
              <a:rPr lang="ko-KR" altLang="en-US" sz="1400" dirty="0" err="1"/>
              <a:t>실험쥐</a:t>
            </a:r>
            <a:r>
              <a:rPr lang="ko-KR" altLang="en-US" sz="1400" dirty="0"/>
              <a:t> 내지는 가축으로 생각하고 있다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76784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B6E4B-752D-FEF8-D320-10618B78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776A26C-CEF8-4CE8-9D60-2E8B1CDC6EA9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캐릭터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D72D7-F0F5-6A9F-DF4F-73EA2038363D}"/>
              </a:ext>
            </a:extLst>
          </p:cNvPr>
          <p:cNvSpPr txBox="1"/>
          <p:nvPr/>
        </p:nvSpPr>
        <p:spPr>
          <a:xfrm>
            <a:off x="551088" y="981323"/>
            <a:ext cx="1122181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</a:t>
            </a:r>
            <a:r>
              <a:rPr lang="ko-KR" altLang="en-US" sz="1400" dirty="0"/>
              <a:t>번시나리오</a:t>
            </a:r>
          </a:p>
          <a:p>
            <a:endParaRPr lang="ko-KR" altLang="en-US" sz="1400" dirty="0"/>
          </a:p>
          <a:p>
            <a:r>
              <a:rPr lang="ko-KR" altLang="en-US" sz="1400" dirty="0"/>
              <a:t>주인공 </a:t>
            </a:r>
            <a:r>
              <a:rPr lang="en-US" altLang="ko-KR" sz="1400" dirty="0"/>
              <a:t>: </a:t>
            </a:r>
            <a:r>
              <a:rPr lang="ko-KR" altLang="en-US" sz="1400" dirty="0"/>
              <a:t>단검 </a:t>
            </a:r>
            <a:r>
              <a:rPr lang="ko-KR" altLang="en-US" sz="1400" dirty="0" err="1"/>
              <a:t>이도류</a:t>
            </a:r>
            <a:endParaRPr lang="ko-KR" altLang="en-US" sz="1400" dirty="0"/>
          </a:p>
          <a:p>
            <a:r>
              <a:rPr lang="ko-KR" altLang="en-US" sz="1400" dirty="0"/>
              <a:t>주인공친구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키만큼큰</a:t>
            </a:r>
            <a:r>
              <a:rPr lang="ko-KR" altLang="en-US" sz="1400" dirty="0"/>
              <a:t> 장검</a:t>
            </a:r>
          </a:p>
          <a:p>
            <a:r>
              <a:rPr lang="ko-KR" altLang="en-US" sz="1400" dirty="0" err="1"/>
              <a:t>길드장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대검모드</a:t>
            </a:r>
            <a:r>
              <a:rPr lang="en-US" altLang="ko-KR" sz="1400" dirty="0"/>
              <a:t>, </a:t>
            </a:r>
            <a:r>
              <a:rPr lang="ko-KR" altLang="en-US" sz="1400" dirty="0"/>
              <a:t>맨손모드</a:t>
            </a:r>
          </a:p>
          <a:p>
            <a:r>
              <a:rPr lang="ko-KR" altLang="en-US" sz="1400" dirty="0" err="1"/>
              <a:t>길드장친구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성검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/>
              <a:t>마법사 </a:t>
            </a:r>
            <a:r>
              <a:rPr lang="en-US" altLang="ko-KR" sz="1400" dirty="0"/>
              <a:t>:</a:t>
            </a:r>
          </a:p>
          <a:p>
            <a:r>
              <a:rPr lang="ko-KR" altLang="en-US" sz="1400" dirty="0"/>
              <a:t>프리즘 </a:t>
            </a:r>
            <a:r>
              <a:rPr lang="en-US" altLang="ko-KR" sz="1400" dirty="0"/>
              <a:t>: 3</a:t>
            </a:r>
            <a:r>
              <a:rPr lang="ko-KR" altLang="en-US" sz="1400" dirty="0"/>
              <a:t>초에 한번</a:t>
            </a:r>
            <a:r>
              <a:rPr lang="en-US" altLang="ko-KR" sz="1400" dirty="0"/>
              <a:t>, 3</a:t>
            </a:r>
            <a:r>
              <a:rPr lang="ko-KR" altLang="en-US" sz="1400" dirty="0" err="1"/>
              <a:t>번중</a:t>
            </a:r>
            <a:r>
              <a:rPr lang="ko-KR" altLang="en-US" sz="1400" dirty="0"/>
              <a:t> 한번</a:t>
            </a:r>
            <a:r>
              <a:rPr lang="en-US" altLang="ko-KR" sz="1400" dirty="0"/>
              <a:t>, 33%</a:t>
            </a:r>
            <a:r>
              <a:rPr lang="ko-KR" altLang="en-US" sz="1400" dirty="0"/>
              <a:t>의 확률로 회피</a:t>
            </a:r>
          </a:p>
          <a:p>
            <a:r>
              <a:rPr lang="ko-KR" altLang="en-US" sz="1400" dirty="0"/>
              <a:t>가드 있음</a:t>
            </a:r>
          </a:p>
          <a:p>
            <a:r>
              <a:rPr lang="ko-KR" altLang="en-US" sz="1400" dirty="0"/>
              <a:t>대시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하오데</a:t>
            </a:r>
            <a:r>
              <a:rPr lang="ko-KR" altLang="en-US" sz="1400" dirty="0"/>
              <a:t> 보스처럼 자취를 남기면서 매우 빠르게 이동</a:t>
            </a:r>
          </a:p>
          <a:p>
            <a:r>
              <a:rPr lang="ko-KR" altLang="en-US" sz="1400" dirty="0" err="1"/>
              <a:t>왼클릭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추방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이계로</a:t>
            </a:r>
            <a:r>
              <a:rPr lang="ko-KR" altLang="en-US" sz="1400" dirty="0"/>
              <a:t> 일시적으로 보낸다</a:t>
            </a:r>
          </a:p>
          <a:p>
            <a:r>
              <a:rPr lang="ko-KR" altLang="en-US" sz="1400" dirty="0" err="1"/>
              <a:t>우클릭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분해 </a:t>
            </a:r>
            <a:r>
              <a:rPr lang="en-US" altLang="ko-KR" sz="1400" dirty="0"/>
              <a:t>: </a:t>
            </a:r>
            <a:r>
              <a:rPr lang="ko-KR" altLang="en-US" sz="1400" dirty="0"/>
              <a:t>원거리사슬을 던져 </a:t>
            </a:r>
            <a:r>
              <a:rPr lang="ko-KR" altLang="en-US" sz="1400" dirty="0" err="1"/>
              <a:t>타격시</a:t>
            </a:r>
            <a:r>
              <a:rPr lang="ko-KR" altLang="en-US" sz="1400" dirty="0"/>
              <a:t> </a:t>
            </a:r>
            <a:r>
              <a:rPr lang="en-US" altLang="ko-KR" sz="1400" dirty="0"/>
              <a:t>3</a:t>
            </a:r>
            <a:r>
              <a:rPr lang="ko-KR" altLang="en-US" sz="1400" dirty="0" err="1"/>
              <a:t>초동안</a:t>
            </a:r>
            <a:r>
              <a:rPr lang="ko-KR" altLang="en-US" sz="1400" dirty="0"/>
              <a:t> 이속감소</a:t>
            </a:r>
            <a:r>
              <a:rPr lang="en-US" altLang="ko-KR" sz="1400" dirty="0"/>
              <a:t>, </a:t>
            </a:r>
            <a:r>
              <a:rPr lang="ko-KR" altLang="en-US" sz="1400" dirty="0"/>
              <a:t>거리 안에 계속 </a:t>
            </a:r>
            <a:r>
              <a:rPr lang="ko-KR" altLang="en-US" sz="1400" dirty="0" err="1"/>
              <a:t>이어져있으면</a:t>
            </a:r>
            <a:r>
              <a:rPr lang="ko-KR" altLang="en-US" sz="1400" dirty="0"/>
              <a:t> 또는 이미 사슬이 걸린 적에게 데미지</a:t>
            </a:r>
            <a:r>
              <a:rPr lang="en-US" altLang="ko-KR" sz="1400" dirty="0"/>
              <a:t>, </a:t>
            </a:r>
            <a:r>
              <a:rPr lang="ko-KR" altLang="en-US" sz="1400" dirty="0"/>
              <a:t>스턴</a:t>
            </a:r>
          </a:p>
          <a:p>
            <a:r>
              <a:rPr lang="ko-KR" altLang="en-US" sz="1400" dirty="0"/>
              <a:t>소환 공통 </a:t>
            </a:r>
            <a:r>
              <a:rPr lang="en-US" altLang="ko-KR" sz="1400" dirty="0"/>
              <a:t>: </a:t>
            </a:r>
            <a:r>
              <a:rPr lang="ko-KR" altLang="en-US" sz="1400" dirty="0"/>
              <a:t>재발동시 </a:t>
            </a:r>
            <a:r>
              <a:rPr lang="ko-KR" altLang="en-US" sz="1400" dirty="0" err="1"/>
              <a:t>기존유닛</a:t>
            </a:r>
            <a:r>
              <a:rPr lang="ko-KR" altLang="en-US" sz="1400" dirty="0"/>
              <a:t> 사라짐</a:t>
            </a:r>
          </a:p>
          <a:p>
            <a:r>
              <a:rPr lang="en-US" altLang="ko-KR" sz="1400" dirty="0"/>
              <a:t>q - </a:t>
            </a:r>
            <a:r>
              <a:rPr lang="ko-KR" altLang="en-US" sz="1400" dirty="0"/>
              <a:t>분쇄하는 영혼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골렘</a:t>
            </a:r>
            <a:r>
              <a:rPr lang="ko-KR" altLang="en-US" sz="1400" dirty="0"/>
              <a:t> </a:t>
            </a:r>
            <a:r>
              <a:rPr lang="en-US" altLang="ko-KR" sz="1400" dirty="0"/>
              <a:t>2</a:t>
            </a:r>
            <a:r>
              <a:rPr lang="ko-KR" altLang="en-US" sz="1400" dirty="0"/>
              <a:t>기 소환</a:t>
            </a:r>
          </a:p>
          <a:p>
            <a:r>
              <a:rPr lang="en-US" altLang="ko-KR" sz="1400" dirty="0"/>
              <a:t>e - </a:t>
            </a:r>
            <a:r>
              <a:rPr lang="ko-KR" altLang="en-US" sz="1400" dirty="0"/>
              <a:t>진흙 인형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작은골렘</a:t>
            </a:r>
            <a:r>
              <a:rPr lang="ko-KR" altLang="en-US" sz="1400" dirty="0"/>
              <a:t> </a:t>
            </a:r>
            <a:r>
              <a:rPr lang="en-US" altLang="ko-KR" sz="1400" dirty="0"/>
              <a:t>5</a:t>
            </a:r>
            <a:r>
              <a:rPr lang="ko-KR" altLang="en-US" sz="1400" dirty="0"/>
              <a:t>기 소환</a:t>
            </a:r>
          </a:p>
          <a:p>
            <a:r>
              <a:rPr lang="en-US" altLang="ko-KR" sz="1400" dirty="0"/>
              <a:t>r - </a:t>
            </a:r>
            <a:r>
              <a:rPr lang="ko-KR" altLang="en-US" sz="1400" dirty="0" err="1"/>
              <a:t>이계의</a:t>
            </a:r>
            <a:r>
              <a:rPr lang="ko-KR" altLang="en-US" sz="1400" dirty="0"/>
              <a:t> 틈 </a:t>
            </a:r>
            <a:r>
              <a:rPr lang="en-US" altLang="ko-KR" sz="1400" dirty="0"/>
              <a:t>: </a:t>
            </a:r>
            <a:r>
              <a:rPr lang="ko-KR" altLang="en-US" sz="1400" dirty="0"/>
              <a:t>주기적으로 </a:t>
            </a:r>
            <a:r>
              <a:rPr lang="ko-KR" altLang="en-US" sz="1400" dirty="0" err="1"/>
              <a:t>공중유닛</a:t>
            </a:r>
            <a:r>
              <a:rPr lang="ko-KR" altLang="en-US" sz="1400" dirty="0"/>
              <a:t> </a:t>
            </a:r>
            <a:r>
              <a:rPr lang="en-US" altLang="ko-KR" sz="1400" dirty="0"/>
              <a:t>3</a:t>
            </a:r>
            <a:r>
              <a:rPr lang="ko-KR" altLang="en-US" sz="1400" dirty="0"/>
              <a:t>기 소환</a:t>
            </a:r>
          </a:p>
        </p:txBody>
      </p:sp>
    </p:spTree>
    <p:extLst>
      <p:ext uri="{BB962C8B-B14F-4D97-AF65-F5344CB8AC3E}">
        <p14:creationId xmlns:p14="http://schemas.microsoft.com/office/powerpoint/2010/main" val="325406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3909</TotalTime>
  <Words>252</Words>
  <Application>Microsoft Office PowerPoint</Application>
  <PresentationFormat>와이드스크린</PresentationFormat>
  <Paragraphs>31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영범 이</dc:creator>
  <cp:lastModifiedBy>영범 이</cp:lastModifiedBy>
  <cp:revision>73</cp:revision>
  <dcterms:created xsi:type="dcterms:W3CDTF">2025-03-26T14:47:35Z</dcterms:created>
  <dcterms:modified xsi:type="dcterms:W3CDTF">2025-07-22T13:13:42Z</dcterms:modified>
</cp:coreProperties>
</file>